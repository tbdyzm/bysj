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1" r:id="rId7"/>
    <p:sldId id="262" r:id="rId8"/>
    <p:sldId id="263" r:id="rId9"/>
    <p:sldId id="265" r:id="rId10"/>
    <p:sldId id="268" r:id="rId11"/>
    <p:sldId id="269" r:id="rId12"/>
    <p:sldId id="270" r:id="rId13"/>
    <p:sldId id="272" r:id="rId14"/>
    <p:sldId id="271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66" r:id="rId23"/>
  </p:sldIdLst>
  <p:sldSz cx="11557000" cy="6502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33"/>
    <a:srgbClr val="808080"/>
    <a:srgbClr val="F27900"/>
    <a:srgbClr val="CC6600"/>
    <a:srgbClr val="FF99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85" d="100"/>
          <a:sy n="85" d="100"/>
        </p:scale>
        <p:origin x="73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0"/>
            <a:ext cx="1170168" cy="6520543"/>
          </a:xfrm>
          <a:custGeom>
            <a:avLst/>
            <a:gdLst/>
            <a:ahLst/>
            <a:cxnLst/>
            <a:rect l="l" t="t" r="r" b="b"/>
            <a:pathLst>
              <a:path w="1170168" h="6520543">
                <a:moveTo>
                  <a:pt x="1170168" y="6520543"/>
                </a:moveTo>
                <a:lnTo>
                  <a:pt x="0" y="6520543"/>
                </a:lnTo>
                <a:lnTo>
                  <a:pt x="0" y="0"/>
                </a:lnTo>
                <a:lnTo>
                  <a:pt x="1170168" y="0"/>
                </a:lnTo>
                <a:lnTo>
                  <a:pt x="1170168" y="6520543"/>
                </a:lnTo>
                <a:close/>
              </a:path>
            </a:pathLst>
          </a:custGeom>
          <a:solidFill>
            <a:srgbClr val="5ABB93"/>
          </a:solidFill>
        </p:spPr>
        <p:txBody>
          <a:bodyPr lIns="127000" rIns="127000" rtlCol="0" anchor="ctr"/>
          <a:lstStyle/>
          <a:p>
            <a:pPr algn="l"/>
            <a:endParaRPr lang="en-US" sz="1100"/>
          </a:p>
        </p:txBody>
      </p:sp>
      <p:sp>
        <p:nvSpPr>
          <p:cNvPr id="3" name="Freeform 2"/>
          <p:cNvSpPr/>
          <p:nvPr/>
        </p:nvSpPr>
        <p:spPr>
          <a:xfrm>
            <a:off x="1143000" y="0"/>
            <a:ext cx="1170168" cy="6520543"/>
          </a:xfrm>
          <a:custGeom>
            <a:avLst/>
            <a:gdLst/>
            <a:ahLst/>
            <a:cxnLst/>
            <a:rect l="l" t="t" r="r" b="b"/>
            <a:pathLst>
              <a:path w="1170168" h="6520543">
                <a:moveTo>
                  <a:pt x="1170168" y="6520543"/>
                </a:moveTo>
                <a:lnTo>
                  <a:pt x="0" y="6520543"/>
                </a:lnTo>
                <a:lnTo>
                  <a:pt x="0" y="0"/>
                </a:lnTo>
                <a:lnTo>
                  <a:pt x="1170168" y="0"/>
                </a:lnTo>
                <a:lnTo>
                  <a:pt x="1170168" y="6520543"/>
                </a:lnTo>
                <a:close/>
              </a:path>
            </a:pathLst>
          </a:custGeom>
          <a:solidFill>
            <a:srgbClr val="756271"/>
          </a:solidFill>
        </p:spPr>
        <p:txBody>
          <a:bodyPr lIns="127000" rIns="127000" rtlCol="0" anchor="ctr"/>
          <a:lstStyle/>
          <a:p>
            <a:pPr algn="l"/>
            <a:endParaRPr lang="en-US" sz="1100"/>
          </a:p>
        </p:txBody>
      </p:sp>
      <p:sp>
        <p:nvSpPr>
          <p:cNvPr id="4" name="Freeform 3"/>
          <p:cNvSpPr/>
          <p:nvPr/>
        </p:nvSpPr>
        <p:spPr>
          <a:xfrm>
            <a:off x="2311400" y="0"/>
            <a:ext cx="1170168" cy="6520543"/>
          </a:xfrm>
          <a:custGeom>
            <a:avLst/>
            <a:gdLst/>
            <a:ahLst/>
            <a:cxnLst/>
            <a:rect l="l" t="t" r="r" b="b"/>
            <a:pathLst>
              <a:path w="1170168" h="6520543">
                <a:moveTo>
                  <a:pt x="1170168" y="6520543"/>
                </a:moveTo>
                <a:lnTo>
                  <a:pt x="0" y="6520543"/>
                </a:lnTo>
                <a:lnTo>
                  <a:pt x="0" y="0"/>
                </a:lnTo>
                <a:lnTo>
                  <a:pt x="1170168" y="0"/>
                </a:lnTo>
                <a:lnTo>
                  <a:pt x="1170168" y="6520543"/>
                </a:lnTo>
                <a:close/>
              </a:path>
            </a:pathLst>
          </a:custGeom>
          <a:solidFill>
            <a:srgbClr val="EF5B43"/>
          </a:solidFill>
        </p:spPr>
        <p:txBody>
          <a:bodyPr lIns="127000" rIns="127000" rtlCol="0" anchor="ctr"/>
          <a:lstStyle/>
          <a:p>
            <a:pPr algn="l"/>
            <a:endParaRPr lang="en-US" sz="1100"/>
          </a:p>
        </p:txBody>
      </p:sp>
      <p:sp>
        <p:nvSpPr>
          <p:cNvPr id="5" name="Freeform 4"/>
          <p:cNvSpPr/>
          <p:nvPr/>
        </p:nvSpPr>
        <p:spPr>
          <a:xfrm>
            <a:off x="3467100" y="0"/>
            <a:ext cx="1170168" cy="6520543"/>
          </a:xfrm>
          <a:custGeom>
            <a:avLst/>
            <a:gdLst/>
            <a:ahLst/>
            <a:cxnLst/>
            <a:rect l="l" t="t" r="r" b="b"/>
            <a:pathLst>
              <a:path w="1170168" h="6520543">
                <a:moveTo>
                  <a:pt x="1170168" y="6520543"/>
                </a:moveTo>
                <a:lnTo>
                  <a:pt x="0" y="6520543"/>
                </a:lnTo>
                <a:lnTo>
                  <a:pt x="0" y="0"/>
                </a:lnTo>
                <a:lnTo>
                  <a:pt x="1170168" y="0"/>
                </a:lnTo>
                <a:lnTo>
                  <a:pt x="1170168" y="6520543"/>
                </a:lnTo>
                <a:close/>
              </a:path>
            </a:pathLst>
          </a:custGeom>
          <a:solidFill>
            <a:srgbClr val="F2B973"/>
          </a:solidFill>
        </p:spPr>
        <p:txBody>
          <a:bodyPr lIns="127000" rIns="127000" rtlCol="0" anchor="ctr"/>
          <a:lstStyle/>
          <a:p>
            <a:pPr algn="l"/>
            <a:endParaRPr lang="en-US" sz="1100"/>
          </a:p>
        </p:txBody>
      </p:sp>
      <p:sp>
        <p:nvSpPr>
          <p:cNvPr id="6" name="Freeform 5"/>
          <p:cNvSpPr/>
          <p:nvPr/>
        </p:nvSpPr>
        <p:spPr>
          <a:xfrm>
            <a:off x="2133600" y="1943100"/>
            <a:ext cx="2611895" cy="2611895"/>
          </a:xfrm>
          <a:custGeom>
            <a:avLst/>
            <a:gdLst/>
            <a:ahLst/>
            <a:cxnLst/>
            <a:rect l="l" t="t" r="r" b="b"/>
            <a:pathLst>
              <a:path w="2611895" h="2611895">
                <a:moveTo>
                  <a:pt x="2611895" y="1305947"/>
                </a:moveTo>
                <a:cubicBezTo>
                  <a:pt x="2611895" y="2027209"/>
                  <a:pt x="2027209" y="2611895"/>
                  <a:pt x="1305947" y="2611895"/>
                </a:cubicBezTo>
                <a:cubicBezTo>
                  <a:pt x="584686" y="2611895"/>
                  <a:pt x="0" y="2027209"/>
                  <a:pt x="0" y="1305947"/>
                </a:cubicBezTo>
                <a:cubicBezTo>
                  <a:pt x="0" y="584686"/>
                  <a:pt x="584686" y="0"/>
                  <a:pt x="1305947" y="0"/>
                </a:cubicBezTo>
                <a:cubicBezTo>
                  <a:pt x="2027209" y="0"/>
                  <a:pt x="2611895" y="584686"/>
                  <a:pt x="2611895" y="1305947"/>
                </a:cubicBezTo>
                <a:close/>
              </a:path>
            </a:pathLst>
          </a:custGeom>
          <a:solidFill>
            <a:srgbClr val="EBEAE2"/>
          </a:solidFill>
        </p:spPr>
        <p:txBody>
          <a:bodyPr lIns="127000" rIns="127000" rtlCol="0" anchor="ctr"/>
          <a:lstStyle/>
          <a:p>
            <a:pPr algn="l"/>
            <a:endParaRPr lang="en-US" sz="1100"/>
          </a:p>
        </p:txBody>
      </p:sp>
      <p:sp>
        <p:nvSpPr>
          <p:cNvPr id="7" name="Freeform 6"/>
          <p:cNvSpPr/>
          <p:nvPr/>
        </p:nvSpPr>
        <p:spPr>
          <a:xfrm>
            <a:off x="2844792" y="2603483"/>
            <a:ext cx="1103075" cy="1476296"/>
          </a:xfrm>
          <a:custGeom>
            <a:avLst/>
            <a:gdLst/>
            <a:ahLst/>
            <a:cxnLst/>
            <a:rect l="l" t="t" r="r" b="b"/>
            <a:pathLst>
              <a:path w="1103075" h="1476296">
                <a:moveTo>
                  <a:pt x="1069966" y="56173"/>
                </a:moveTo>
                <a:cubicBezTo>
                  <a:pt x="957580" y="239304"/>
                  <a:pt x="845193" y="422436"/>
                  <a:pt x="732798" y="605567"/>
                </a:cubicBezTo>
                <a:cubicBezTo>
                  <a:pt x="725641" y="616672"/>
                  <a:pt x="718168" y="623373"/>
                  <a:pt x="704144" y="624800"/>
                </a:cubicBezTo>
                <a:cubicBezTo>
                  <a:pt x="498329" y="648072"/>
                  <a:pt x="292507" y="671352"/>
                  <a:pt x="87190" y="695470"/>
                </a:cubicBezTo>
                <a:cubicBezTo>
                  <a:pt x="82795" y="695777"/>
                  <a:pt x="77553" y="696589"/>
                  <a:pt x="70114" y="697551"/>
                </a:cubicBezTo>
                <a:cubicBezTo>
                  <a:pt x="91686" y="734002"/>
                  <a:pt x="111739" y="767906"/>
                  <a:pt x="131802" y="801810"/>
                </a:cubicBezTo>
                <a:cubicBezTo>
                  <a:pt x="133809" y="805203"/>
                  <a:pt x="140054" y="806090"/>
                  <a:pt x="144441" y="805783"/>
                </a:cubicBezTo>
                <a:cubicBezTo>
                  <a:pt x="179739" y="805509"/>
                  <a:pt x="201559" y="826924"/>
                  <a:pt x="199312" y="863722"/>
                </a:cubicBezTo>
                <a:cubicBezTo>
                  <a:pt x="199627" y="868118"/>
                  <a:pt x="200431" y="873351"/>
                  <a:pt x="202438" y="876752"/>
                </a:cubicBezTo>
                <a:cubicBezTo>
                  <a:pt x="262219" y="960401"/>
                  <a:pt x="322347" y="1042690"/>
                  <a:pt x="382128" y="1126348"/>
                </a:cubicBezTo>
                <a:cubicBezTo>
                  <a:pt x="430189" y="1194032"/>
                  <a:pt x="479586" y="1262065"/>
                  <a:pt x="528145" y="1330620"/>
                </a:cubicBezTo>
                <a:cubicBezTo>
                  <a:pt x="541373" y="1349114"/>
                  <a:pt x="554104" y="1366763"/>
                  <a:pt x="569339" y="1388642"/>
                </a:cubicBezTo>
                <a:cubicBezTo>
                  <a:pt x="520191" y="1417702"/>
                  <a:pt x="471889" y="1446241"/>
                  <a:pt x="421050" y="1476297"/>
                </a:cubicBezTo>
                <a:cubicBezTo>
                  <a:pt x="411711" y="1456649"/>
                  <a:pt x="401369" y="1435302"/>
                  <a:pt x="391533" y="1414808"/>
                </a:cubicBezTo>
                <a:cubicBezTo>
                  <a:pt x="335310" y="1300447"/>
                  <a:pt x="280440" y="1186452"/>
                  <a:pt x="225072" y="1071593"/>
                </a:cubicBezTo>
                <a:cubicBezTo>
                  <a:pt x="198723" y="1017386"/>
                  <a:pt x="173718" y="963519"/>
                  <a:pt x="147361" y="909312"/>
                </a:cubicBezTo>
                <a:cubicBezTo>
                  <a:pt x="144856" y="905066"/>
                  <a:pt x="139647" y="900131"/>
                  <a:pt x="135949" y="897743"/>
                </a:cubicBezTo>
                <a:cubicBezTo>
                  <a:pt x="105652" y="881338"/>
                  <a:pt x="97383" y="851896"/>
                  <a:pt x="115629" y="822818"/>
                </a:cubicBezTo>
                <a:cubicBezTo>
                  <a:pt x="118018" y="819119"/>
                  <a:pt x="118399" y="812020"/>
                  <a:pt x="116392" y="808628"/>
                </a:cubicBezTo>
                <a:cubicBezTo>
                  <a:pt x="96836" y="775578"/>
                  <a:pt x="77620" y="741168"/>
                  <a:pt x="57217" y="708615"/>
                </a:cubicBezTo>
                <a:cubicBezTo>
                  <a:pt x="54713" y="704377"/>
                  <a:pt x="46966" y="700943"/>
                  <a:pt x="42065" y="700404"/>
                </a:cubicBezTo>
                <a:cubicBezTo>
                  <a:pt x="28895" y="701333"/>
                  <a:pt x="15368" y="703606"/>
                  <a:pt x="0" y="704684"/>
                </a:cubicBezTo>
                <a:cubicBezTo>
                  <a:pt x="2728" y="699633"/>
                  <a:pt x="4611" y="695088"/>
                  <a:pt x="7000" y="691389"/>
                </a:cubicBezTo>
                <a:cubicBezTo>
                  <a:pt x="116882" y="504020"/>
                  <a:pt x="227112" y="315299"/>
                  <a:pt x="336994" y="127929"/>
                </a:cubicBezTo>
                <a:cubicBezTo>
                  <a:pt x="349957" y="105396"/>
                  <a:pt x="363434" y="83700"/>
                  <a:pt x="375053" y="60817"/>
                </a:cubicBezTo>
                <a:cubicBezTo>
                  <a:pt x="381025" y="51562"/>
                  <a:pt x="387452" y="48908"/>
                  <a:pt x="397081" y="47788"/>
                </a:cubicBezTo>
                <a:cubicBezTo>
                  <a:pt x="594394" y="35265"/>
                  <a:pt x="790712" y="21041"/>
                  <a:pt x="987520" y="7672"/>
                </a:cubicBezTo>
                <a:cubicBezTo>
                  <a:pt x="1025355" y="5897"/>
                  <a:pt x="1063539" y="2770"/>
                  <a:pt x="1103074" y="0"/>
                </a:cubicBezTo>
                <a:cubicBezTo>
                  <a:pt x="1091297" y="20693"/>
                  <a:pt x="1080209" y="38682"/>
                  <a:pt x="1069966" y="56173"/>
                </a:cubicBezTo>
                <a:close/>
                <a:moveTo>
                  <a:pt x="367315" y="842341"/>
                </a:moveTo>
                <a:cubicBezTo>
                  <a:pt x="370633" y="795764"/>
                  <a:pt x="373618" y="750531"/>
                  <a:pt x="375750" y="705812"/>
                </a:cubicBezTo>
                <a:cubicBezTo>
                  <a:pt x="376820" y="696034"/>
                  <a:pt x="381564" y="694375"/>
                  <a:pt x="388995" y="693405"/>
                </a:cubicBezTo>
                <a:cubicBezTo>
                  <a:pt x="448136" y="687043"/>
                  <a:pt x="506772" y="679836"/>
                  <a:pt x="566254" y="672123"/>
                </a:cubicBezTo>
                <a:cubicBezTo>
                  <a:pt x="621000" y="666069"/>
                  <a:pt x="676584" y="659517"/>
                  <a:pt x="732184" y="652957"/>
                </a:cubicBezTo>
                <a:cubicBezTo>
                  <a:pt x="736580" y="652650"/>
                  <a:pt x="742352" y="646944"/>
                  <a:pt x="745089" y="641901"/>
                </a:cubicBezTo>
                <a:cubicBezTo>
                  <a:pt x="801710" y="550091"/>
                  <a:pt x="857484" y="458787"/>
                  <a:pt x="913607" y="366139"/>
                </a:cubicBezTo>
                <a:cubicBezTo>
                  <a:pt x="918384" y="358741"/>
                  <a:pt x="923153" y="351343"/>
                  <a:pt x="928270" y="342601"/>
                </a:cubicBezTo>
                <a:cubicBezTo>
                  <a:pt x="979450" y="367250"/>
                  <a:pt x="1030132" y="391053"/>
                  <a:pt x="1081312" y="415693"/>
                </a:cubicBezTo>
                <a:cubicBezTo>
                  <a:pt x="1063530" y="451372"/>
                  <a:pt x="1045251" y="486197"/>
                  <a:pt x="1026972" y="521022"/>
                </a:cubicBezTo>
                <a:cubicBezTo>
                  <a:pt x="975013" y="622652"/>
                  <a:pt x="922216" y="724779"/>
                  <a:pt x="870256" y="826409"/>
                </a:cubicBezTo>
                <a:cubicBezTo>
                  <a:pt x="864791" y="836494"/>
                  <a:pt x="859358" y="840857"/>
                  <a:pt x="847880" y="840774"/>
                </a:cubicBezTo>
                <a:cubicBezTo>
                  <a:pt x="691181" y="840757"/>
                  <a:pt x="534141" y="842084"/>
                  <a:pt x="377102" y="843411"/>
                </a:cubicBezTo>
                <a:cubicBezTo>
                  <a:pt x="374398" y="842715"/>
                  <a:pt x="370857" y="842532"/>
                  <a:pt x="367315" y="842341"/>
                </a:cubicBezTo>
                <a:close/>
              </a:path>
            </a:pathLst>
          </a:custGeom>
          <a:solidFill>
            <a:srgbClr val="858976"/>
          </a:solidFill>
        </p:spPr>
        <p:txBody>
          <a:bodyPr lIns="127000" rIns="127000" rtlCol="0" anchor="ctr"/>
          <a:lstStyle/>
          <a:p>
            <a:pPr algn="l"/>
            <a:endParaRPr lang="en-US" sz="1100"/>
          </a:p>
        </p:txBody>
      </p:sp>
      <p:sp>
        <p:nvSpPr>
          <p:cNvPr id="8" name="Freeform 7"/>
          <p:cNvSpPr/>
          <p:nvPr/>
        </p:nvSpPr>
        <p:spPr>
          <a:xfrm>
            <a:off x="2311392" y="2120892"/>
            <a:ext cx="2247190" cy="2247190"/>
          </a:xfrm>
          <a:custGeom>
            <a:avLst/>
            <a:gdLst/>
            <a:ahLst/>
            <a:cxnLst/>
            <a:rect l="l" t="t" r="r" b="b"/>
            <a:pathLst>
              <a:path w="2247190" h="2247190">
                <a:moveTo>
                  <a:pt x="1123599" y="2247190"/>
                </a:moveTo>
                <a:cubicBezTo>
                  <a:pt x="504044" y="2247190"/>
                  <a:pt x="0" y="1743155"/>
                  <a:pt x="0" y="1123603"/>
                </a:cubicBezTo>
                <a:cubicBezTo>
                  <a:pt x="0" y="504043"/>
                  <a:pt x="504044" y="0"/>
                  <a:pt x="1123599" y="0"/>
                </a:cubicBezTo>
                <a:cubicBezTo>
                  <a:pt x="1743154" y="0"/>
                  <a:pt x="2247190" y="504043"/>
                  <a:pt x="2247190" y="1123603"/>
                </a:cubicBezTo>
                <a:cubicBezTo>
                  <a:pt x="2247190" y="1743155"/>
                  <a:pt x="1743154" y="2247190"/>
                  <a:pt x="1123599" y="2247190"/>
                </a:cubicBezTo>
                <a:close/>
                <a:moveTo>
                  <a:pt x="1123599" y="54233"/>
                </a:moveTo>
                <a:cubicBezTo>
                  <a:pt x="533966" y="54233"/>
                  <a:pt x="54258" y="533948"/>
                  <a:pt x="54258" y="1123603"/>
                </a:cubicBezTo>
                <a:cubicBezTo>
                  <a:pt x="54258" y="1713250"/>
                  <a:pt x="533966" y="2192973"/>
                  <a:pt x="1123599" y="2192973"/>
                </a:cubicBezTo>
                <a:cubicBezTo>
                  <a:pt x="1713240" y="2192973"/>
                  <a:pt x="2192949" y="1713250"/>
                  <a:pt x="2192949" y="1123603"/>
                </a:cubicBezTo>
                <a:cubicBezTo>
                  <a:pt x="2192949" y="533948"/>
                  <a:pt x="1713240" y="54233"/>
                  <a:pt x="1123599" y="54233"/>
                </a:cubicBezTo>
                <a:close/>
              </a:path>
            </a:pathLst>
          </a:custGeom>
          <a:solidFill>
            <a:srgbClr val="858976"/>
          </a:solidFill>
        </p:spPr>
        <p:txBody>
          <a:bodyPr lIns="127000" rIns="127000" rtlCol="0" anchor="ctr"/>
          <a:lstStyle/>
          <a:p>
            <a:pPr algn="l"/>
            <a:endParaRPr lang="en-US" sz="1100"/>
          </a:p>
        </p:txBody>
      </p:sp>
      <p:sp>
        <p:nvSpPr>
          <p:cNvPr id="9" name="TextBox 8"/>
          <p:cNvSpPr txBox="1"/>
          <p:nvPr/>
        </p:nvSpPr>
        <p:spPr>
          <a:xfrm>
            <a:off x="5702300" y="2057400"/>
            <a:ext cx="4640326" cy="142240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ctr" latinLnBrk="1">
              <a:lnSpc>
                <a:spcPct val="116199"/>
              </a:lnSpc>
            </a:pPr>
            <a:endParaRPr lang="en-US" sz="1100"/>
          </a:p>
        </p:txBody>
      </p:sp>
      <p:grpSp>
        <p:nvGrpSpPr>
          <p:cNvPr id="10" name="Group 9"/>
          <p:cNvGrpSpPr/>
          <p:nvPr/>
        </p:nvGrpSpPr>
        <p:grpSpPr>
          <a:xfrm>
            <a:off x="6051296" y="3482213"/>
            <a:ext cx="4105902" cy="3937"/>
            <a:chOff x="6051296" y="3482213"/>
            <a:chExt cx="4105902" cy="3937"/>
          </a:xfrm>
        </p:grpSpPr>
        <p:cxnSp>
          <p:nvCxnSpPr>
            <p:cNvPr id="11" name="Connector 10"/>
            <p:cNvCxnSpPr/>
            <p:nvPr/>
          </p:nvCxnSpPr>
          <p:spPr>
            <a:xfrm>
              <a:off x="6051296" y="3486150"/>
              <a:ext cx="1028946" cy="0"/>
            </a:xfrm>
            <a:prstGeom prst="straightConnector1">
              <a:avLst/>
            </a:prstGeom>
            <a:solidFill>
              <a:srgbClr val="5ABB93"/>
            </a:solidFill>
            <a:ln w="25400">
              <a:solidFill>
                <a:srgbClr val="5ABB93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2" name="Connector 11"/>
            <p:cNvCxnSpPr/>
            <p:nvPr/>
          </p:nvCxnSpPr>
          <p:spPr>
            <a:xfrm>
              <a:off x="7076567" y="3483991"/>
              <a:ext cx="1028946" cy="0"/>
            </a:xfrm>
            <a:prstGeom prst="straightConnector1">
              <a:avLst/>
            </a:prstGeom>
            <a:solidFill>
              <a:srgbClr val="756271"/>
            </a:solidFill>
            <a:ln w="25400">
              <a:solidFill>
                <a:srgbClr val="75627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3" name="Connector 12"/>
            <p:cNvCxnSpPr/>
            <p:nvPr/>
          </p:nvCxnSpPr>
          <p:spPr>
            <a:xfrm>
              <a:off x="8102346" y="3482213"/>
              <a:ext cx="1028946" cy="0"/>
            </a:xfrm>
            <a:prstGeom prst="straightConnector1">
              <a:avLst/>
            </a:prstGeom>
            <a:solidFill>
              <a:srgbClr val="EF5B43"/>
            </a:solidFill>
            <a:ln w="25400">
              <a:solidFill>
                <a:srgbClr val="EF5B43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4" name="Connector 13"/>
            <p:cNvCxnSpPr/>
            <p:nvPr/>
          </p:nvCxnSpPr>
          <p:spPr>
            <a:xfrm>
              <a:off x="9128252" y="3483356"/>
              <a:ext cx="1028946" cy="0"/>
            </a:xfrm>
            <a:prstGeom prst="straightConnector1">
              <a:avLst/>
            </a:prstGeom>
            <a:solidFill>
              <a:srgbClr val="F2B973"/>
            </a:solidFill>
            <a:ln w="25400">
              <a:solidFill>
                <a:srgbClr val="F2B973"/>
              </a:solidFill>
              <a:prstDash val="solid"/>
              <a:headEnd type="none" w="med" len="med"/>
              <a:tailEnd type="none" w="med" len="med"/>
            </a:ln>
          </p:spPr>
        </p:cxnSp>
      </p:grpSp>
      <p:sp>
        <p:nvSpPr>
          <p:cNvPr id="15" name="TextBox 10"/>
          <p:cNvSpPr txBox="1"/>
          <p:nvPr/>
        </p:nvSpPr>
        <p:spPr>
          <a:xfrm>
            <a:off x="6217539" y="3774313"/>
            <a:ext cx="1187196" cy="38100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 latinLnBrk="1">
              <a:lnSpc>
                <a:spcPct val="116199"/>
              </a:lnSpc>
            </a:pPr>
            <a:r>
              <a:rPr lang="en-US" sz="1400" b="1">
                <a:solidFill>
                  <a:srgbClr val="858976"/>
                </a:solidFill>
                <a:latin typeface="Microsoft YaHei"/>
                <a:ea typeface="Microsoft YaHei"/>
              </a:rPr>
              <a:t>指导教师：</a:t>
            </a:r>
            <a:endParaRPr lang="en-US" sz="1100"/>
          </a:p>
        </p:txBody>
      </p:sp>
      <p:sp>
        <p:nvSpPr>
          <p:cNvPr id="16" name="TextBox 11"/>
          <p:cNvSpPr txBox="1"/>
          <p:nvPr/>
        </p:nvSpPr>
        <p:spPr>
          <a:xfrm>
            <a:off x="7211949" y="3745357"/>
            <a:ext cx="1270000" cy="41910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 latinLnBrk="1">
              <a:lnSpc>
                <a:spcPct val="116199"/>
              </a:lnSpc>
            </a:pPr>
            <a:r>
              <a:rPr lang="en-US" sz="1600">
                <a:solidFill>
                  <a:srgbClr val="858976"/>
                </a:solidFill>
                <a:latin typeface="Microsoft YaHei"/>
                <a:ea typeface="Microsoft YaHei"/>
              </a:rPr>
              <a:t>丁熠</a:t>
            </a:r>
            <a:endParaRPr lang="en-US" sz="1100"/>
          </a:p>
        </p:txBody>
      </p:sp>
      <p:sp>
        <p:nvSpPr>
          <p:cNvPr id="17" name="TextBox 12"/>
          <p:cNvSpPr txBox="1"/>
          <p:nvPr/>
        </p:nvSpPr>
        <p:spPr>
          <a:xfrm>
            <a:off x="8264017" y="3777361"/>
            <a:ext cx="1187196" cy="38100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 latinLnBrk="1">
              <a:lnSpc>
                <a:spcPct val="116199"/>
              </a:lnSpc>
            </a:pPr>
            <a:r>
              <a:rPr lang="en-US" sz="1400" b="1">
                <a:solidFill>
                  <a:srgbClr val="858976"/>
                </a:solidFill>
                <a:latin typeface="Microsoft YaHei"/>
                <a:ea typeface="Microsoft YaHei"/>
              </a:rPr>
              <a:t>答辩人：</a:t>
            </a:r>
            <a:endParaRPr lang="en-US" sz="1100"/>
          </a:p>
        </p:txBody>
      </p:sp>
      <p:sp>
        <p:nvSpPr>
          <p:cNvPr id="18" name="TextBox 13"/>
          <p:cNvSpPr txBox="1"/>
          <p:nvPr/>
        </p:nvSpPr>
        <p:spPr>
          <a:xfrm>
            <a:off x="9089263" y="3750437"/>
            <a:ext cx="897636" cy="41910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 latinLnBrk="1">
              <a:lnSpc>
                <a:spcPct val="116199"/>
              </a:lnSpc>
            </a:pPr>
            <a:r>
              <a:rPr lang="en-US" sz="1600">
                <a:solidFill>
                  <a:srgbClr val="858976"/>
                </a:solidFill>
                <a:latin typeface="Microsoft YaHei"/>
                <a:ea typeface="Microsoft YaHei"/>
              </a:rPr>
              <a:t>熊静</a:t>
            </a:r>
            <a:endParaRPr lang="en-US" sz="110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96DE8AB-9A0E-472B-9A28-31F338FA3265}"/>
              </a:ext>
            </a:extLst>
          </p:cNvPr>
          <p:cNvSpPr txBox="1"/>
          <p:nvPr/>
        </p:nvSpPr>
        <p:spPr>
          <a:xfrm>
            <a:off x="5699814" y="1789177"/>
            <a:ext cx="499527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  <a:latin typeface="Bahnschrift" panose="020B0502040204020203" pitchFamily="34" charset="0"/>
              </a:rPr>
              <a:t>面向行政人员申报的思政教育</a:t>
            </a:r>
            <a:endParaRPr lang="en-US" altLang="zh-CN" sz="2800" b="1" dirty="0">
              <a:solidFill>
                <a:srgbClr val="0070C0"/>
              </a:solidFill>
              <a:latin typeface="Bahnschrift" panose="020B0502040204020203" pitchFamily="34" charset="0"/>
            </a:endParaRPr>
          </a:p>
          <a:p>
            <a:r>
              <a:rPr lang="zh-CN" altLang="en-US" sz="2800" b="1" dirty="0">
                <a:solidFill>
                  <a:srgbClr val="0070C0"/>
                </a:solidFill>
                <a:latin typeface="Bahnschrift" panose="020B0502040204020203" pitchFamily="34" charset="0"/>
              </a:rPr>
              <a:t>评审系统</a:t>
            </a:r>
            <a:r>
              <a:rPr lang="en-US" altLang="zh-CN" sz="2800" b="1" dirty="0">
                <a:solidFill>
                  <a:srgbClr val="0070C0"/>
                </a:solidFill>
                <a:latin typeface="Bahnschrift" panose="020B0502040204020203" pitchFamily="34" charset="0"/>
              </a:rPr>
              <a:t>(</a:t>
            </a:r>
            <a:r>
              <a:rPr lang="zh-CN" altLang="en-US" sz="2800" b="1" dirty="0">
                <a:solidFill>
                  <a:srgbClr val="0070C0"/>
                </a:solidFill>
                <a:latin typeface="Bahnschrift" panose="020B0502040204020203" pitchFamily="34" charset="0"/>
              </a:rPr>
              <a:t>思政教育评审系统的</a:t>
            </a:r>
            <a:endParaRPr lang="en-US" altLang="zh-CN" sz="2800" b="1" dirty="0">
              <a:solidFill>
                <a:srgbClr val="0070C0"/>
              </a:solidFill>
              <a:latin typeface="Bahnschrift" panose="020B0502040204020203" pitchFamily="34" charset="0"/>
            </a:endParaRPr>
          </a:p>
          <a:p>
            <a:r>
              <a:rPr lang="zh-CN" altLang="en-US" sz="2800" b="1" dirty="0">
                <a:solidFill>
                  <a:srgbClr val="0070C0"/>
                </a:solidFill>
                <a:latin typeface="Bahnschrift" panose="020B0502040204020203" pitchFamily="34" charset="0"/>
              </a:rPr>
              <a:t>设计与实现</a:t>
            </a:r>
            <a:r>
              <a:rPr lang="en-US" altLang="zh-CN" sz="2800" b="1" dirty="0">
                <a:solidFill>
                  <a:srgbClr val="0070C0"/>
                </a:solidFill>
                <a:latin typeface="Bahnschrift" panose="020B0502040204020203" pitchFamily="34" charset="0"/>
              </a:rPr>
              <a:t>)</a:t>
            </a:r>
            <a:endParaRPr lang="zh-CN" altLang="en-US" sz="2800" b="1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"/>
          <p:cNvSpPr/>
          <p:nvPr/>
        </p:nvSpPr>
        <p:spPr>
          <a:xfrm>
            <a:off x="0" y="1600200"/>
            <a:ext cx="2929359" cy="3271009"/>
          </a:xfrm>
          <a:custGeom>
            <a:avLst/>
            <a:gdLst/>
            <a:ahLst/>
            <a:cxnLst/>
            <a:rect l="l" t="t" r="r" b="b"/>
            <a:pathLst>
              <a:path w="2929359" h="3271009">
                <a:moveTo>
                  <a:pt x="2929359" y="3271009"/>
                </a:moveTo>
                <a:lnTo>
                  <a:pt x="0" y="3271009"/>
                </a:lnTo>
                <a:lnTo>
                  <a:pt x="0" y="0"/>
                </a:lnTo>
                <a:lnTo>
                  <a:pt x="2929359" y="0"/>
                </a:lnTo>
                <a:lnTo>
                  <a:pt x="2929359" y="3271009"/>
                </a:lnTo>
                <a:close/>
              </a:path>
            </a:pathLst>
          </a:custGeom>
          <a:solidFill>
            <a:srgbClr val="5ABB93"/>
          </a:solidFill>
        </p:spPr>
        <p:txBody>
          <a:bodyPr lIns="127000" rIns="127000" rtlCol="0" anchor="ctr"/>
          <a:lstStyle/>
          <a:p>
            <a:pPr algn="l"/>
            <a:endParaRPr lang="en-US" sz="1100"/>
          </a:p>
        </p:txBody>
      </p:sp>
      <p:sp>
        <p:nvSpPr>
          <p:cNvPr id="20" name="Freeform 2"/>
          <p:cNvSpPr/>
          <p:nvPr/>
        </p:nvSpPr>
        <p:spPr>
          <a:xfrm>
            <a:off x="3213100" y="1600200"/>
            <a:ext cx="234524" cy="3271009"/>
          </a:xfrm>
          <a:custGeom>
            <a:avLst/>
            <a:gdLst/>
            <a:ahLst/>
            <a:cxnLst/>
            <a:rect l="l" t="t" r="r" b="b"/>
            <a:pathLst>
              <a:path w="234524" h="3271009">
                <a:moveTo>
                  <a:pt x="234524" y="3271009"/>
                </a:moveTo>
                <a:lnTo>
                  <a:pt x="0" y="3271009"/>
                </a:lnTo>
                <a:lnTo>
                  <a:pt x="0" y="0"/>
                </a:lnTo>
                <a:lnTo>
                  <a:pt x="234524" y="0"/>
                </a:lnTo>
                <a:lnTo>
                  <a:pt x="234524" y="3271009"/>
                </a:lnTo>
                <a:close/>
              </a:path>
            </a:pathLst>
          </a:custGeom>
          <a:solidFill>
            <a:srgbClr val="5ABB93"/>
          </a:solidFill>
        </p:spPr>
        <p:txBody>
          <a:bodyPr lIns="127000" rIns="127000" rtlCol="0" anchor="ctr"/>
          <a:lstStyle/>
          <a:p>
            <a:pPr algn="l"/>
            <a:endParaRPr lang="en-US" sz="1100"/>
          </a:p>
        </p:txBody>
      </p:sp>
      <p:sp>
        <p:nvSpPr>
          <p:cNvPr id="21" name="TextBox 3"/>
          <p:cNvSpPr txBox="1"/>
          <p:nvPr/>
        </p:nvSpPr>
        <p:spPr>
          <a:xfrm>
            <a:off x="694944" y="3380740"/>
            <a:ext cx="1541907" cy="884301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ctr" latinLnBrk="1">
              <a:lnSpc>
                <a:spcPct val="116199"/>
              </a:lnSpc>
            </a:pPr>
            <a:r>
              <a:rPr lang="en-US" sz="3600" b="1">
                <a:solidFill>
                  <a:srgbClr val="EBEAE2"/>
                </a:solidFill>
                <a:latin typeface="Microsoft YaHei"/>
                <a:ea typeface="Microsoft YaHei"/>
              </a:rPr>
              <a:t>目  录</a:t>
            </a:r>
            <a:endParaRPr lang="en-US" sz="1100"/>
          </a:p>
        </p:txBody>
      </p:sp>
      <p:sp>
        <p:nvSpPr>
          <p:cNvPr id="22" name="Freeform 4"/>
          <p:cNvSpPr/>
          <p:nvPr/>
        </p:nvSpPr>
        <p:spPr>
          <a:xfrm>
            <a:off x="965200" y="2311376"/>
            <a:ext cx="997961" cy="989584"/>
          </a:xfrm>
          <a:custGeom>
            <a:avLst/>
            <a:gdLst/>
            <a:ahLst/>
            <a:cxnLst/>
            <a:rect l="l" t="t" r="r" b="b"/>
            <a:pathLst>
              <a:path w="997961" h="989584">
                <a:moveTo>
                  <a:pt x="984242" y="662350"/>
                </a:moveTo>
                <a:cubicBezTo>
                  <a:pt x="968359" y="679616"/>
                  <a:pt x="951033" y="694735"/>
                  <a:pt x="935144" y="709842"/>
                </a:cubicBezTo>
                <a:cubicBezTo>
                  <a:pt x="897600" y="673145"/>
                  <a:pt x="859335" y="635014"/>
                  <a:pt x="820342" y="596884"/>
                </a:cubicBezTo>
                <a:cubicBezTo>
                  <a:pt x="836225" y="580325"/>
                  <a:pt x="851387" y="563785"/>
                  <a:pt x="867992" y="548666"/>
                </a:cubicBezTo>
                <a:cubicBezTo>
                  <a:pt x="883153" y="534998"/>
                  <a:pt x="905541" y="534278"/>
                  <a:pt x="920703" y="548666"/>
                </a:cubicBezTo>
                <a:cubicBezTo>
                  <a:pt x="942364" y="568822"/>
                  <a:pt x="963303" y="588961"/>
                  <a:pt x="982799" y="610551"/>
                </a:cubicBezTo>
                <a:cubicBezTo>
                  <a:pt x="997240" y="625658"/>
                  <a:pt x="997961" y="647956"/>
                  <a:pt x="984242" y="662350"/>
                </a:cubicBezTo>
                <a:close/>
                <a:moveTo>
                  <a:pt x="267959" y="686147"/>
                </a:moveTo>
                <a:cubicBezTo>
                  <a:pt x="242649" y="686147"/>
                  <a:pt x="218794" y="686147"/>
                  <a:pt x="193490" y="686147"/>
                </a:cubicBezTo>
                <a:cubicBezTo>
                  <a:pt x="193490" y="660964"/>
                  <a:pt x="193490" y="637221"/>
                  <a:pt x="193490" y="612033"/>
                </a:cubicBezTo>
                <a:cubicBezTo>
                  <a:pt x="218073" y="612033"/>
                  <a:pt x="242649" y="612033"/>
                  <a:pt x="267959" y="612033"/>
                </a:cubicBezTo>
                <a:cubicBezTo>
                  <a:pt x="267959" y="635788"/>
                  <a:pt x="267959" y="660251"/>
                  <a:pt x="267959" y="686147"/>
                </a:cubicBezTo>
                <a:close/>
                <a:moveTo>
                  <a:pt x="267959" y="307084"/>
                </a:moveTo>
                <a:cubicBezTo>
                  <a:pt x="267959" y="331547"/>
                  <a:pt x="267959" y="356009"/>
                  <a:pt x="267959" y="381192"/>
                </a:cubicBezTo>
                <a:cubicBezTo>
                  <a:pt x="242649" y="381192"/>
                  <a:pt x="218073" y="381192"/>
                  <a:pt x="193490" y="381192"/>
                </a:cubicBezTo>
                <a:cubicBezTo>
                  <a:pt x="193490" y="356009"/>
                  <a:pt x="193490" y="332266"/>
                  <a:pt x="193490" y="307084"/>
                </a:cubicBezTo>
                <a:cubicBezTo>
                  <a:pt x="218073" y="307084"/>
                  <a:pt x="242649" y="307084"/>
                  <a:pt x="267959" y="307084"/>
                </a:cubicBezTo>
                <a:close/>
                <a:moveTo>
                  <a:pt x="267959" y="533061"/>
                </a:moveTo>
                <a:cubicBezTo>
                  <a:pt x="243412" y="533061"/>
                  <a:pt x="218866" y="533061"/>
                  <a:pt x="192877" y="533061"/>
                </a:cubicBezTo>
                <a:cubicBezTo>
                  <a:pt x="192877" y="508562"/>
                  <a:pt x="192877" y="484063"/>
                  <a:pt x="192877" y="459558"/>
                </a:cubicBezTo>
                <a:cubicBezTo>
                  <a:pt x="218145" y="459558"/>
                  <a:pt x="242691" y="459558"/>
                  <a:pt x="267959" y="459558"/>
                </a:cubicBezTo>
                <a:cubicBezTo>
                  <a:pt x="267959" y="484063"/>
                  <a:pt x="267959" y="507836"/>
                  <a:pt x="267959" y="533061"/>
                </a:cubicBezTo>
                <a:close/>
                <a:moveTo>
                  <a:pt x="845537" y="474018"/>
                </a:moveTo>
                <a:cubicBezTo>
                  <a:pt x="845537" y="366127"/>
                  <a:pt x="845537" y="260389"/>
                  <a:pt x="845537" y="153932"/>
                </a:cubicBezTo>
                <a:cubicBezTo>
                  <a:pt x="589206" y="153932"/>
                  <a:pt x="333596" y="153932"/>
                  <a:pt x="76542" y="153932"/>
                </a:cubicBezTo>
                <a:cubicBezTo>
                  <a:pt x="76542" y="157530"/>
                  <a:pt x="76542" y="161122"/>
                  <a:pt x="76542" y="165440"/>
                </a:cubicBezTo>
                <a:cubicBezTo>
                  <a:pt x="76542" y="374757"/>
                  <a:pt x="76542" y="584067"/>
                  <a:pt x="75815" y="792658"/>
                </a:cubicBezTo>
                <a:cubicBezTo>
                  <a:pt x="75815" y="820719"/>
                  <a:pt x="90261" y="840864"/>
                  <a:pt x="123477" y="840138"/>
                </a:cubicBezTo>
                <a:cubicBezTo>
                  <a:pt x="244062" y="839425"/>
                  <a:pt x="363919" y="840138"/>
                  <a:pt x="484504" y="840138"/>
                </a:cubicBezTo>
                <a:cubicBezTo>
                  <a:pt x="488839" y="840138"/>
                  <a:pt x="493173" y="840138"/>
                  <a:pt x="498950" y="840138"/>
                </a:cubicBezTo>
                <a:cubicBezTo>
                  <a:pt x="491730" y="865315"/>
                  <a:pt x="485231" y="888326"/>
                  <a:pt x="478011" y="911344"/>
                </a:cubicBezTo>
                <a:cubicBezTo>
                  <a:pt x="477290" y="913503"/>
                  <a:pt x="474398" y="914942"/>
                  <a:pt x="472234" y="915668"/>
                </a:cubicBezTo>
                <a:cubicBezTo>
                  <a:pt x="470070" y="916376"/>
                  <a:pt x="467178" y="916376"/>
                  <a:pt x="464292" y="916376"/>
                </a:cubicBezTo>
                <a:cubicBezTo>
                  <a:pt x="350928" y="916376"/>
                  <a:pt x="237563" y="915668"/>
                  <a:pt x="124198" y="916376"/>
                </a:cubicBezTo>
                <a:cubicBezTo>
                  <a:pt x="101089" y="916376"/>
                  <a:pt x="78707" y="912789"/>
                  <a:pt x="58489" y="901287"/>
                </a:cubicBezTo>
                <a:cubicBezTo>
                  <a:pt x="20939" y="878257"/>
                  <a:pt x="721" y="844462"/>
                  <a:pt x="721" y="800580"/>
                </a:cubicBezTo>
                <a:cubicBezTo>
                  <a:pt x="0" y="747355"/>
                  <a:pt x="0" y="694843"/>
                  <a:pt x="0" y="641617"/>
                </a:cubicBezTo>
                <a:cubicBezTo>
                  <a:pt x="0" y="468260"/>
                  <a:pt x="0" y="295629"/>
                  <a:pt x="0" y="122278"/>
                </a:cubicBezTo>
                <a:cubicBezTo>
                  <a:pt x="0" y="48914"/>
                  <a:pt x="49104" y="0"/>
                  <a:pt x="122749" y="0"/>
                </a:cubicBezTo>
                <a:cubicBezTo>
                  <a:pt x="348757" y="0"/>
                  <a:pt x="575493" y="0"/>
                  <a:pt x="801495" y="0"/>
                </a:cubicBezTo>
                <a:cubicBezTo>
                  <a:pt x="862154" y="0"/>
                  <a:pt x="908367" y="36685"/>
                  <a:pt x="919194" y="94229"/>
                </a:cubicBezTo>
                <a:cubicBezTo>
                  <a:pt x="921358" y="102859"/>
                  <a:pt x="921358" y="112209"/>
                  <a:pt x="921358" y="120839"/>
                </a:cubicBezTo>
                <a:cubicBezTo>
                  <a:pt x="921358" y="231614"/>
                  <a:pt x="921358" y="341664"/>
                  <a:pt x="921358" y="452439"/>
                </a:cubicBezTo>
                <a:cubicBezTo>
                  <a:pt x="921358" y="456032"/>
                  <a:pt x="921358" y="458916"/>
                  <a:pt x="920637" y="463948"/>
                </a:cubicBezTo>
                <a:cubicBezTo>
                  <a:pt x="894642" y="460350"/>
                  <a:pt x="870090" y="462509"/>
                  <a:pt x="845537" y="474018"/>
                </a:cubicBezTo>
                <a:close/>
                <a:moveTo>
                  <a:pt x="623870" y="681019"/>
                </a:moveTo>
                <a:cubicBezTo>
                  <a:pt x="620984" y="683880"/>
                  <a:pt x="615928" y="686045"/>
                  <a:pt x="611594" y="686045"/>
                </a:cubicBezTo>
                <a:cubicBezTo>
                  <a:pt x="525661" y="686758"/>
                  <a:pt x="439013" y="686758"/>
                  <a:pt x="353080" y="686758"/>
                </a:cubicBezTo>
                <a:cubicBezTo>
                  <a:pt x="351637" y="686758"/>
                  <a:pt x="349467" y="686045"/>
                  <a:pt x="347302" y="686045"/>
                </a:cubicBezTo>
                <a:cubicBezTo>
                  <a:pt x="347302" y="660928"/>
                  <a:pt x="347302" y="636531"/>
                  <a:pt x="347302" y="611427"/>
                </a:cubicBezTo>
                <a:cubicBezTo>
                  <a:pt x="462116" y="611427"/>
                  <a:pt x="576930" y="611427"/>
                  <a:pt x="692471" y="611427"/>
                </a:cubicBezTo>
                <a:cubicBezTo>
                  <a:pt x="691022" y="613574"/>
                  <a:pt x="689579" y="615739"/>
                  <a:pt x="688136" y="617166"/>
                </a:cubicBezTo>
                <a:cubicBezTo>
                  <a:pt x="667197" y="638696"/>
                  <a:pt x="645530" y="660215"/>
                  <a:pt x="623870" y="681019"/>
                </a:cubicBezTo>
                <a:close/>
                <a:moveTo>
                  <a:pt x="728481" y="306478"/>
                </a:moveTo>
                <a:cubicBezTo>
                  <a:pt x="728481" y="331619"/>
                  <a:pt x="728481" y="356045"/>
                  <a:pt x="728481" y="381192"/>
                </a:cubicBezTo>
                <a:cubicBezTo>
                  <a:pt x="601422" y="381192"/>
                  <a:pt x="475084" y="381192"/>
                  <a:pt x="347302" y="381192"/>
                </a:cubicBezTo>
                <a:cubicBezTo>
                  <a:pt x="347302" y="356765"/>
                  <a:pt x="347302" y="332338"/>
                  <a:pt x="347302" y="306478"/>
                </a:cubicBezTo>
                <a:cubicBezTo>
                  <a:pt x="474362" y="306478"/>
                  <a:pt x="601422" y="306478"/>
                  <a:pt x="728481" y="306478"/>
                </a:cubicBezTo>
                <a:close/>
                <a:moveTo>
                  <a:pt x="728481" y="533666"/>
                </a:moveTo>
                <a:cubicBezTo>
                  <a:pt x="601458" y="533666"/>
                  <a:pt x="474434" y="533666"/>
                  <a:pt x="346695" y="533666"/>
                </a:cubicBezTo>
                <a:cubicBezTo>
                  <a:pt x="346695" y="508526"/>
                  <a:pt x="346695" y="484099"/>
                  <a:pt x="346695" y="458952"/>
                </a:cubicBezTo>
                <a:cubicBezTo>
                  <a:pt x="474434" y="458952"/>
                  <a:pt x="600736" y="458952"/>
                  <a:pt x="728481" y="458952"/>
                </a:cubicBezTo>
                <a:cubicBezTo>
                  <a:pt x="728481" y="484099"/>
                  <a:pt x="728481" y="508526"/>
                  <a:pt x="728481" y="533666"/>
                </a:cubicBezTo>
                <a:close/>
                <a:moveTo>
                  <a:pt x="582665" y="833559"/>
                </a:moveTo>
                <a:cubicBezTo>
                  <a:pt x="584114" y="829247"/>
                  <a:pt x="586272" y="824941"/>
                  <a:pt x="589164" y="821343"/>
                </a:cubicBezTo>
                <a:cubicBezTo>
                  <a:pt x="651975" y="759505"/>
                  <a:pt x="714065" y="697667"/>
                  <a:pt x="776871" y="635842"/>
                </a:cubicBezTo>
                <a:cubicBezTo>
                  <a:pt x="777592" y="635842"/>
                  <a:pt x="778319" y="635122"/>
                  <a:pt x="777592" y="635842"/>
                </a:cubicBezTo>
                <a:cubicBezTo>
                  <a:pt x="818027" y="675388"/>
                  <a:pt x="857735" y="715647"/>
                  <a:pt x="898165" y="755193"/>
                </a:cubicBezTo>
                <a:cubicBezTo>
                  <a:pt x="882282" y="771722"/>
                  <a:pt x="865677" y="788268"/>
                  <a:pt x="849066" y="804797"/>
                </a:cubicBezTo>
                <a:cubicBezTo>
                  <a:pt x="804308" y="849380"/>
                  <a:pt x="759551" y="893958"/>
                  <a:pt x="714065" y="937816"/>
                </a:cubicBezTo>
                <a:cubicBezTo>
                  <a:pt x="709009" y="942854"/>
                  <a:pt x="703232" y="946452"/>
                  <a:pt x="696739" y="948599"/>
                </a:cubicBezTo>
                <a:cubicBezTo>
                  <a:pt x="654139" y="961541"/>
                  <a:pt x="611546" y="973763"/>
                  <a:pt x="569673" y="985998"/>
                </a:cubicBezTo>
                <a:cubicBezTo>
                  <a:pt x="561004" y="988870"/>
                  <a:pt x="553790" y="989584"/>
                  <a:pt x="547285" y="983107"/>
                </a:cubicBezTo>
                <a:cubicBezTo>
                  <a:pt x="540793" y="976636"/>
                  <a:pt x="542957" y="968738"/>
                  <a:pt x="545121" y="961541"/>
                </a:cubicBezTo>
                <a:cubicBezTo>
                  <a:pt x="557391" y="919122"/>
                  <a:pt x="569673" y="875978"/>
                  <a:pt x="582665" y="833559"/>
                </a:cubicBezTo>
                <a:close/>
                <a:moveTo>
                  <a:pt x="594220" y="926307"/>
                </a:moveTo>
                <a:cubicBezTo>
                  <a:pt x="603598" y="939255"/>
                  <a:pt x="607211" y="940689"/>
                  <a:pt x="622373" y="935657"/>
                </a:cubicBezTo>
                <a:cubicBezTo>
                  <a:pt x="631036" y="933504"/>
                  <a:pt x="638978" y="930631"/>
                  <a:pt x="647641" y="928472"/>
                </a:cubicBezTo>
                <a:cubicBezTo>
                  <a:pt x="659911" y="924874"/>
                  <a:pt x="672193" y="921287"/>
                  <a:pt x="685184" y="917689"/>
                </a:cubicBezTo>
                <a:cubicBezTo>
                  <a:pt x="681577" y="897556"/>
                  <a:pt x="677964" y="880302"/>
                  <a:pt x="674351" y="862322"/>
                </a:cubicBezTo>
                <a:cubicBezTo>
                  <a:pt x="674351" y="860163"/>
                  <a:pt x="671471" y="857291"/>
                  <a:pt x="669301" y="856577"/>
                </a:cubicBezTo>
                <a:cubicBezTo>
                  <a:pt x="651254" y="852253"/>
                  <a:pt x="633200" y="848667"/>
                  <a:pt x="614431" y="845068"/>
                </a:cubicBezTo>
                <a:cubicBezTo>
                  <a:pt x="606490" y="870233"/>
                  <a:pt x="599276" y="895397"/>
                  <a:pt x="592771" y="919848"/>
                </a:cubicBezTo>
                <a:cubicBezTo>
                  <a:pt x="592049" y="922001"/>
                  <a:pt x="592771" y="924874"/>
                  <a:pt x="594220" y="926307"/>
                </a:cubicBezTo>
                <a:close/>
              </a:path>
            </a:pathLst>
          </a:custGeom>
          <a:solidFill>
            <a:srgbClr val="EBEAE2"/>
          </a:solidFill>
        </p:spPr>
        <p:txBody>
          <a:bodyPr lIns="127000" rIns="127000" rtlCol="0" anchor="ctr"/>
          <a:lstStyle/>
          <a:p>
            <a:pPr algn="l"/>
            <a:endParaRPr lang="en-US" sz="1100"/>
          </a:p>
        </p:txBody>
      </p:sp>
      <p:sp>
        <p:nvSpPr>
          <p:cNvPr id="23" name="Freeform 5"/>
          <p:cNvSpPr/>
          <p:nvPr/>
        </p:nvSpPr>
        <p:spPr>
          <a:xfrm>
            <a:off x="5041900" y="660400"/>
            <a:ext cx="663607" cy="663607"/>
          </a:xfrm>
          <a:custGeom>
            <a:avLst/>
            <a:gdLst/>
            <a:ahLst/>
            <a:cxnLst/>
            <a:rect l="l" t="t" r="r" b="b"/>
            <a:pathLst>
              <a:path w="663607" h="663607">
                <a:moveTo>
                  <a:pt x="663607" y="331804"/>
                </a:moveTo>
                <a:cubicBezTo>
                  <a:pt x="663607" y="515055"/>
                  <a:pt x="515055" y="663607"/>
                  <a:pt x="331804" y="663607"/>
                </a:cubicBezTo>
                <a:cubicBezTo>
                  <a:pt x="148552" y="663607"/>
                  <a:pt x="0" y="515055"/>
                  <a:pt x="0" y="331804"/>
                </a:cubicBezTo>
                <a:cubicBezTo>
                  <a:pt x="0" y="148552"/>
                  <a:pt x="148552" y="0"/>
                  <a:pt x="331804" y="0"/>
                </a:cubicBezTo>
                <a:cubicBezTo>
                  <a:pt x="515055" y="0"/>
                  <a:pt x="663607" y="148552"/>
                  <a:pt x="663607" y="331804"/>
                </a:cubicBezTo>
                <a:close/>
              </a:path>
            </a:pathLst>
          </a:custGeom>
          <a:solidFill>
            <a:srgbClr val="756271"/>
          </a:solidFill>
        </p:spPr>
        <p:txBody>
          <a:bodyPr lIns="127000" rIns="127000" rtlCol="0" anchor="ctr"/>
          <a:lstStyle/>
          <a:p>
            <a:pPr algn="l"/>
            <a:endParaRPr lang="en-US" sz="1100"/>
          </a:p>
        </p:txBody>
      </p:sp>
      <p:sp>
        <p:nvSpPr>
          <p:cNvPr id="24" name="Freeform 6"/>
          <p:cNvSpPr/>
          <p:nvPr/>
        </p:nvSpPr>
        <p:spPr>
          <a:xfrm>
            <a:off x="5041900" y="1511300"/>
            <a:ext cx="663607" cy="663607"/>
          </a:xfrm>
          <a:custGeom>
            <a:avLst/>
            <a:gdLst/>
            <a:ahLst/>
            <a:cxnLst/>
            <a:rect l="l" t="t" r="r" b="b"/>
            <a:pathLst>
              <a:path w="663607" h="663607">
                <a:moveTo>
                  <a:pt x="663607" y="331804"/>
                </a:moveTo>
                <a:cubicBezTo>
                  <a:pt x="663607" y="515055"/>
                  <a:pt x="515055" y="663607"/>
                  <a:pt x="331804" y="663607"/>
                </a:cubicBezTo>
                <a:cubicBezTo>
                  <a:pt x="148552" y="663607"/>
                  <a:pt x="0" y="515055"/>
                  <a:pt x="0" y="331804"/>
                </a:cubicBezTo>
                <a:cubicBezTo>
                  <a:pt x="0" y="148552"/>
                  <a:pt x="148552" y="0"/>
                  <a:pt x="331804" y="0"/>
                </a:cubicBezTo>
                <a:cubicBezTo>
                  <a:pt x="515055" y="0"/>
                  <a:pt x="663607" y="148552"/>
                  <a:pt x="663607" y="331804"/>
                </a:cubicBezTo>
                <a:close/>
              </a:path>
            </a:pathLst>
          </a:custGeom>
          <a:solidFill>
            <a:srgbClr val="EF5B43"/>
          </a:solidFill>
        </p:spPr>
        <p:txBody>
          <a:bodyPr lIns="127000" rIns="127000" rtlCol="0" anchor="ctr"/>
          <a:lstStyle/>
          <a:p>
            <a:pPr algn="l"/>
            <a:endParaRPr lang="en-US" sz="1100"/>
          </a:p>
        </p:txBody>
      </p:sp>
      <p:sp>
        <p:nvSpPr>
          <p:cNvPr id="25" name="Freeform 7"/>
          <p:cNvSpPr/>
          <p:nvPr/>
        </p:nvSpPr>
        <p:spPr>
          <a:xfrm>
            <a:off x="5001559" y="2378107"/>
            <a:ext cx="663607" cy="663607"/>
          </a:xfrm>
          <a:custGeom>
            <a:avLst/>
            <a:gdLst/>
            <a:ahLst/>
            <a:cxnLst/>
            <a:rect l="l" t="t" r="r" b="b"/>
            <a:pathLst>
              <a:path w="663607" h="663607">
                <a:moveTo>
                  <a:pt x="663607" y="331804"/>
                </a:moveTo>
                <a:cubicBezTo>
                  <a:pt x="663607" y="515055"/>
                  <a:pt x="515055" y="663607"/>
                  <a:pt x="331804" y="663607"/>
                </a:cubicBezTo>
                <a:cubicBezTo>
                  <a:pt x="148552" y="663607"/>
                  <a:pt x="0" y="515055"/>
                  <a:pt x="0" y="331804"/>
                </a:cubicBezTo>
                <a:cubicBezTo>
                  <a:pt x="0" y="148552"/>
                  <a:pt x="148552" y="0"/>
                  <a:pt x="331804" y="0"/>
                </a:cubicBezTo>
                <a:cubicBezTo>
                  <a:pt x="515055" y="0"/>
                  <a:pt x="663607" y="148552"/>
                  <a:pt x="663607" y="331804"/>
                </a:cubicBezTo>
                <a:close/>
              </a:path>
            </a:pathLst>
          </a:custGeom>
          <a:solidFill>
            <a:srgbClr val="F2B973"/>
          </a:solidFill>
        </p:spPr>
        <p:txBody>
          <a:bodyPr lIns="127000" rIns="127000" rtlCol="0" anchor="ctr"/>
          <a:lstStyle/>
          <a:p>
            <a:pPr algn="l"/>
            <a:endParaRPr lang="en-US" sz="1100"/>
          </a:p>
        </p:txBody>
      </p:sp>
      <p:sp>
        <p:nvSpPr>
          <p:cNvPr id="26" name="Freeform 8"/>
          <p:cNvSpPr/>
          <p:nvPr/>
        </p:nvSpPr>
        <p:spPr>
          <a:xfrm>
            <a:off x="5041900" y="3276600"/>
            <a:ext cx="663607" cy="663607"/>
          </a:xfrm>
          <a:custGeom>
            <a:avLst/>
            <a:gdLst/>
            <a:ahLst/>
            <a:cxnLst/>
            <a:rect l="l" t="t" r="r" b="b"/>
            <a:pathLst>
              <a:path w="663607" h="663607">
                <a:moveTo>
                  <a:pt x="663607" y="331804"/>
                </a:moveTo>
                <a:cubicBezTo>
                  <a:pt x="663607" y="515055"/>
                  <a:pt x="515055" y="663607"/>
                  <a:pt x="331804" y="663607"/>
                </a:cubicBezTo>
                <a:cubicBezTo>
                  <a:pt x="148552" y="663607"/>
                  <a:pt x="0" y="515055"/>
                  <a:pt x="0" y="331804"/>
                </a:cubicBezTo>
                <a:cubicBezTo>
                  <a:pt x="0" y="148552"/>
                  <a:pt x="148552" y="0"/>
                  <a:pt x="331804" y="0"/>
                </a:cubicBezTo>
                <a:cubicBezTo>
                  <a:pt x="515055" y="0"/>
                  <a:pt x="663607" y="148552"/>
                  <a:pt x="663607" y="331804"/>
                </a:cubicBezTo>
                <a:close/>
              </a:path>
            </a:pathLst>
          </a:custGeom>
          <a:solidFill>
            <a:srgbClr val="858976"/>
          </a:solidFill>
        </p:spPr>
        <p:txBody>
          <a:bodyPr lIns="127000" rIns="127000" rtlCol="0" anchor="ctr"/>
          <a:lstStyle/>
          <a:p>
            <a:pPr algn="l"/>
            <a:endParaRPr lang="en-US" sz="1100"/>
          </a:p>
        </p:txBody>
      </p:sp>
      <p:sp>
        <p:nvSpPr>
          <p:cNvPr id="27" name="TextBox 9"/>
          <p:cNvSpPr txBox="1"/>
          <p:nvPr/>
        </p:nvSpPr>
        <p:spPr>
          <a:xfrm>
            <a:off x="4978400" y="660400"/>
            <a:ext cx="803529" cy="66040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ctr" latinLnBrk="1">
              <a:lnSpc>
                <a:spcPct val="116199"/>
              </a:lnSpc>
            </a:pPr>
            <a:r>
              <a:rPr lang="en-US" sz="3000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 lang="en-US" sz="1100"/>
          </a:p>
        </p:txBody>
      </p:sp>
      <p:sp>
        <p:nvSpPr>
          <p:cNvPr id="28" name="TextBox 10"/>
          <p:cNvSpPr txBox="1"/>
          <p:nvPr/>
        </p:nvSpPr>
        <p:spPr>
          <a:xfrm>
            <a:off x="4978400" y="1524000"/>
            <a:ext cx="803529" cy="66040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ctr" latinLnBrk="1">
              <a:lnSpc>
                <a:spcPct val="116199"/>
              </a:lnSpc>
            </a:pPr>
            <a:r>
              <a:rPr lang="en-US" sz="3000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 lang="en-US" sz="1100"/>
          </a:p>
        </p:txBody>
      </p:sp>
      <p:sp>
        <p:nvSpPr>
          <p:cNvPr id="29" name="TextBox 11"/>
          <p:cNvSpPr txBox="1"/>
          <p:nvPr/>
        </p:nvSpPr>
        <p:spPr>
          <a:xfrm>
            <a:off x="4978400" y="2382324"/>
            <a:ext cx="803529" cy="670953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ctr" latinLnBrk="1">
              <a:lnSpc>
                <a:spcPct val="116199"/>
              </a:lnSpc>
            </a:pPr>
            <a:r>
              <a:rPr lang="en-US" altLang="zh-CN" sz="4000" dirty="0">
                <a:solidFill>
                  <a:schemeClr val="bg1"/>
                </a:solidFill>
              </a:rPr>
              <a:t>03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30" name="TextBox 12"/>
          <p:cNvSpPr txBox="1"/>
          <p:nvPr/>
        </p:nvSpPr>
        <p:spPr>
          <a:xfrm>
            <a:off x="4991100" y="3276600"/>
            <a:ext cx="803529" cy="66040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ctr" latinLnBrk="1">
              <a:lnSpc>
                <a:spcPct val="116199"/>
              </a:lnSpc>
            </a:pPr>
            <a:r>
              <a:rPr lang="en-US" sz="3000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 lang="en-US" sz="1100"/>
          </a:p>
        </p:txBody>
      </p:sp>
      <p:sp>
        <p:nvSpPr>
          <p:cNvPr id="31" name="TextBox 13"/>
          <p:cNvSpPr txBox="1"/>
          <p:nvPr/>
        </p:nvSpPr>
        <p:spPr>
          <a:xfrm>
            <a:off x="5867400" y="723900"/>
            <a:ext cx="2359914" cy="55880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 latinLnBrk="1">
              <a:lnSpc>
                <a:spcPct val="116199"/>
              </a:lnSpc>
            </a:pPr>
            <a:r>
              <a:rPr lang="en-US" sz="2600" b="1">
                <a:solidFill>
                  <a:srgbClr val="595959"/>
                </a:solidFill>
                <a:latin typeface="Microsoft YaHei"/>
                <a:ea typeface="Microsoft YaHei"/>
              </a:rPr>
              <a:t>课题背景</a:t>
            </a:r>
            <a:endParaRPr lang="en-US" sz="1100"/>
          </a:p>
        </p:txBody>
      </p:sp>
      <p:sp>
        <p:nvSpPr>
          <p:cNvPr id="32" name="TextBox 14"/>
          <p:cNvSpPr txBox="1"/>
          <p:nvPr/>
        </p:nvSpPr>
        <p:spPr>
          <a:xfrm>
            <a:off x="5867400" y="1574800"/>
            <a:ext cx="2359914" cy="55880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 latinLnBrk="1">
              <a:lnSpc>
                <a:spcPct val="116199"/>
              </a:lnSpc>
            </a:pPr>
            <a:r>
              <a:rPr lang="en-US" sz="2600" b="1">
                <a:solidFill>
                  <a:srgbClr val="595959"/>
                </a:solidFill>
                <a:latin typeface="Microsoft YaHei"/>
                <a:ea typeface="Microsoft YaHei"/>
              </a:rPr>
              <a:t>需求分析</a:t>
            </a:r>
            <a:endParaRPr lang="en-US" sz="1100"/>
          </a:p>
        </p:txBody>
      </p:sp>
      <p:sp>
        <p:nvSpPr>
          <p:cNvPr id="33" name="TextBox 15"/>
          <p:cNvSpPr txBox="1"/>
          <p:nvPr/>
        </p:nvSpPr>
        <p:spPr>
          <a:xfrm>
            <a:off x="5867400" y="2438400"/>
            <a:ext cx="2359914" cy="55880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 latinLnBrk="1">
              <a:lnSpc>
                <a:spcPct val="116199"/>
              </a:lnSpc>
            </a:pPr>
            <a:r>
              <a:rPr lang="en-US" sz="2600" b="1">
                <a:solidFill>
                  <a:srgbClr val="595959"/>
                </a:solidFill>
                <a:latin typeface="Microsoft YaHei"/>
                <a:ea typeface="Microsoft YaHei"/>
              </a:rPr>
              <a:t>系统设计</a:t>
            </a:r>
            <a:endParaRPr lang="en-US" sz="1100"/>
          </a:p>
        </p:txBody>
      </p:sp>
      <p:sp>
        <p:nvSpPr>
          <p:cNvPr id="34" name="TextBox 16"/>
          <p:cNvSpPr txBox="1"/>
          <p:nvPr/>
        </p:nvSpPr>
        <p:spPr>
          <a:xfrm>
            <a:off x="5854700" y="3340100"/>
            <a:ext cx="2359914" cy="55880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 latinLnBrk="1">
              <a:lnSpc>
                <a:spcPct val="116199"/>
              </a:lnSpc>
            </a:pPr>
            <a:r>
              <a:rPr lang="en-US" sz="2600" b="1">
                <a:solidFill>
                  <a:srgbClr val="595959"/>
                </a:solidFill>
                <a:latin typeface="Microsoft YaHei"/>
                <a:ea typeface="Microsoft YaHei"/>
              </a:rPr>
              <a:t>编码实现</a:t>
            </a:r>
            <a:endParaRPr lang="en-US" sz="1100"/>
          </a:p>
        </p:txBody>
      </p:sp>
      <p:sp>
        <p:nvSpPr>
          <p:cNvPr id="35" name="Freeform 17"/>
          <p:cNvSpPr/>
          <p:nvPr/>
        </p:nvSpPr>
        <p:spPr>
          <a:xfrm>
            <a:off x="5054056" y="4136650"/>
            <a:ext cx="680540" cy="690531"/>
          </a:xfrm>
          <a:custGeom>
            <a:avLst/>
            <a:gdLst/>
            <a:ahLst/>
            <a:cxnLst/>
            <a:rect l="l" t="t" r="r" b="b"/>
            <a:pathLst>
              <a:path w="680540" h="690531">
                <a:moveTo>
                  <a:pt x="544" y="345266"/>
                </a:moveTo>
                <a:cubicBezTo>
                  <a:pt x="0" y="227369"/>
                  <a:pt x="64632" y="118202"/>
                  <a:pt x="169967" y="59101"/>
                </a:cubicBezTo>
                <a:cubicBezTo>
                  <a:pt x="275302" y="0"/>
                  <a:pt x="405237" y="0"/>
                  <a:pt x="510573" y="59101"/>
                </a:cubicBezTo>
                <a:cubicBezTo>
                  <a:pt x="615908" y="118202"/>
                  <a:pt x="680540" y="227369"/>
                  <a:pt x="679995" y="345266"/>
                </a:cubicBezTo>
                <a:cubicBezTo>
                  <a:pt x="680540" y="463162"/>
                  <a:pt x="615908" y="572329"/>
                  <a:pt x="510573" y="631430"/>
                </a:cubicBezTo>
                <a:cubicBezTo>
                  <a:pt x="405237" y="690531"/>
                  <a:pt x="275302" y="690531"/>
                  <a:pt x="169967" y="631430"/>
                </a:cubicBezTo>
                <a:cubicBezTo>
                  <a:pt x="64632" y="572329"/>
                  <a:pt x="0" y="463162"/>
                  <a:pt x="544" y="345266"/>
                </a:cubicBezTo>
                <a:close/>
              </a:path>
            </a:pathLst>
          </a:custGeom>
          <a:solidFill>
            <a:srgbClr val="42464B"/>
          </a:solidFill>
        </p:spPr>
        <p:txBody>
          <a:bodyPr lIns="127000" rIns="127000" rtlCol="0" anchor="ctr"/>
          <a:lstStyle/>
          <a:p>
            <a:pPr algn="l" latinLnBrk="1">
              <a:lnSpc>
                <a:spcPct val="116199"/>
              </a:lnSpc>
            </a:pPr>
            <a:r>
              <a:rPr lang="en-US" sz="2800" dirty="0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 lang="en-US" sz="1100" dirty="0"/>
          </a:p>
        </p:txBody>
      </p:sp>
      <p:sp>
        <p:nvSpPr>
          <p:cNvPr id="36" name="TextBox 18"/>
          <p:cNvSpPr txBox="1"/>
          <p:nvPr/>
        </p:nvSpPr>
        <p:spPr>
          <a:xfrm>
            <a:off x="5994400" y="4203700"/>
            <a:ext cx="1498600" cy="48895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 latinLnBrk="1">
              <a:lnSpc>
                <a:spcPct val="116199"/>
              </a:lnSpc>
            </a:pPr>
            <a:r>
              <a:rPr lang="en-US" sz="2600" b="1">
                <a:solidFill>
                  <a:srgbClr val="595959"/>
                </a:solidFill>
                <a:latin typeface="Microsoft YaHei"/>
                <a:ea typeface="Microsoft YaHei"/>
              </a:rPr>
              <a:t>测试</a:t>
            </a:r>
            <a:endParaRPr lang="en-US" sz="1100"/>
          </a:p>
        </p:txBody>
      </p:sp>
      <p:sp>
        <p:nvSpPr>
          <p:cNvPr id="37" name="Freeform 19"/>
          <p:cNvSpPr/>
          <p:nvPr/>
        </p:nvSpPr>
        <p:spPr>
          <a:xfrm>
            <a:off x="5054056" y="5000250"/>
            <a:ext cx="680540" cy="690531"/>
          </a:xfrm>
          <a:custGeom>
            <a:avLst/>
            <a:gdLst/>
            <a:ahLst/>
            <a:cxnLst/>
            <a:rect l="l" t="t" r="r" b="b"/>
            <a:pathLst>
              <a:path w="680540" h="690531">
                <a:moveTo>
                  <a:pt x="544" y="345266"/>
                </a:moveTo>
                <a:cubicBezTo>
                  <a:pt x="0" y="227369"/>
                  <a:pt x="64632" y="118202"/>
                  <a:pt x="169967" y="59101"/>
                </a:cubicBezTo>
                <a:cubicBezTo>
                  <a:pt x="275302" y="0"/>
                  <a:pt x="405237" y="0"/>
                  <a:pt x="510573" y="59101"/>
                </a:cubicBezTo>
                <a:cubicBezTo>
                  <a:pt x="615908" y="118202"/>
                  <a:pt x="680540" y="227369"/>
                  <a:pt x="679995" y="345266"/>
                </a:cubicBezTo>
                <a:cubicBezTo>
                  <a:pt x="680540" y="463162"/>
                  <a:pt x="615908" y="572329"/>
                  <a:pt x="510573" y="631430"/>
                </a:cubicBezTo>
                <a:cubicBezTo>
                  <a:pt x="405237" y="690531"/>
                  <a:pt x="275302" y="690531"/>
                  <a:pt x="169967" y="631430"/>
                </a:cubicBezTo>
                <a:cubicBezTo>
                  <a:pt x="64632" y="572329"/>
                  <a:pt x="0" y="463162"/>
                  <a:pt x="544" y="345266"/>
                </a:cubicBezTo>
                <a:close/>
              </a:path>
            </a:pathLst>
          </a:custGeom>
          <a:solidFill>
            <a:srgbClr val="0288D1"/>
          </a:solidFill>
        </p:spPr>
        <p:txBody>
          <a:bodyPr lIns="127000" rIns="127000" rtlCol="0" anchor="ctr"/>
          <a:lstStyle/>
          <a:p>
            <a:pPr algn="l" latinLnBrk="1">
              <a:lnSpc>
                <a:spcPct val="116199"/>
              </a:lnSpc>
            </a:pPr>
            <a:r>
              <a:rPr lang="en-US" sz="2800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  <a:endParaRPr lang="en-US" sz="1100"/>
          </a:p>
        </p:txBody>
      </p:sp>
      <p:sp>
        <p:nvSpPr>
          <p:cNvPr id="38" name="TextBox 20"/>
          <p:cNvSpPr txBox="1"/>
          <p:nvPr/>
        </p:nvSpPr>
        <p:spPr>
          <a:xfrm>
            <a:off x="6007100" y="5105400"/>
            <a:ext cx="1714500" cy="48895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 latinLnBrk="1">
              <a:lnSpc>
                <a:spcPct val="116199"/>
              </a:lnSpc>
            </a:pPr>
            <a:r>
              <a:rPr lang="en-US" sz="2600" b="1">
                <a:solidFill>
                  <a:srgbClr val="595959"/>
                </a:solidFill>
                <a:latin typeface="Microsoft YaHei"/>
                <a:ea typeface="Microsoft YaHei"/>
              </a:rPr>
              <a:t>系统展示</a:t>
            </a:r>
            <a:endParaRPr lang="en-US" sz="11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1"/>
          <p:cNvGrpSpPr/>
          <p:nvPr/>
        </p:nvGrpSpPr>
        <p:grpSpPr>
          <a:xfrm>
            <a:off x="2057390" y="1562080"/>
            <a:ext cx="7426522" cy="2858795"/>
            <a:chOff x="2057390" y="1562080"/>
            <a:chExt cx="7426522" cy="2858795"/>
          </a:xfrm>
        </p:grpSpPr>
        <p:sp>
          <p:nvSpPr>
            <p:cNvPr id="40" name="Freeform 39"/>
            <p:cNvSpPr/>
            <p:nvPr/>
          </p:nvSpPr>
          <p:spPr>
            <a:xfrm>
              <a:off x="2946400" y="2298709"/>
              <a:ext cx="6168446" cy="2115916"/>
            </a:xfrm>
            <a:custGeom>
              <a:avLst/>
              <a:gdLst/>
              <a:ahLst/>
              <a:cxnLst/>
              <a:rect l="l" t="t" r="r" b="b"/>
              <a:pathLst>
                <a:path w="6168446" h="2115916">
                  <a:moveTo>
                    <a:pt x="6168446" y="2115916"/>
                  </a:moveTo>
                  <a:lnTo>
                    <a:pt x="0" y="2115916"/>
                  </a:lnTo>
                  <a:lnTo>
                    <a:pt x="0" y="0"/>
                  </a:lnTo>
                  <a:lnTo>
                    <a:pt x="6168446" y="0"/>
                  </a:lnTo>
                  <a:lnTo>
                    <a:pt x="6168446" y="2115916"/>
                  </a:lnTo>
                  <a:close/>
                  <a:moveTo>
                    <a:pt x="62760" y="2053119"/>
                  </a:moveTo>
                  <a:lnTo>
                    <a:pt x="6105686" y="2053119"/>
                  </a:lnTo>
                  <a:lnTo>
                    <a:pt x="6105686" y="62787"/>
                  </a:lnTo>
                  <a:lnTo>
                    <a:pt x="62760" y="62787"/>
                  </a:lnTo>
                  <a:lnTo>
                    <a:pt x="62760" y="2053119"/>
                  </a:lnTo>
                  <a:close/>
                </a:path>
              </a:pathLst>
            </a:custGeom>
            <a:solidFill>
              <a:srgbClr val="5ABB93"/>
            </a:solidFill>
          </p:spPr>
          <p:txBody>
            <a:bodyPr lIns="127000" rIns="127000" rtlCol="0" anchor="ctr"/>
            <a:lstStyle/>
            <a:p>
              <a:pPr algn="l"/>
              <a:endParaRPr lang="en-US" sz="1100"/>
            </a:p>
          </p:txBody>
        </p:sp>
        <p:sp>
          <p:nvSpPr>
            <p:cNvPr id="41" name="Freeform 40"/>
            <p:cNvSpPr/>
            <p:nvPr/>
          </p:nvSpPr>
          <p:spPr>
            <a:xfrm>
              <a:off x="9283700" y="2298700"/>
              <a:ext cx="200212" cy="2122175"/>
            </a:xfrm>
            <a:custGeom>
              <a:avLst/>
              <a:gdLst/>
              <a:ahLst/>
              <a:cxnLst/>
              <a:rect l="l" t="t" r="r" b="b"/>
              <a:pathLst>
                <a:path w="200212" h="2122175">
                  <a:moveTo>
                    <a:pt x="200212" y="2122175"/>
                  </a:moveTo>
                  <a:lnTo>
                    <a:pt x="0" y="2122175"/>
                  </a:lnTo>
                  <a:lnTo>
                    <a:pt x="0" y="0"/>
                  </a:lnTo>
                  <a:lnTo>
                    <a:pt x="200212" y="0"/>
                  </a:lnTo>
                  <a:lnTo>
                    <a:pt x="200212" y="2122175"/>
                  </a:lnTo>
                  <a:close/>
                </a:path>
              </a:pathLst>
            </a:custGeom>
            <a:solidFill>
              <a:srgbClr val="5ABB93"/>
            </a:solidFill>
          </p:spPr>
          <p:txBody>
            <a:bodyPr lIns="127000" rIns="127000" rtlCol="0" anchor="ctr"/>
            <a:lstStyle/>
            <a:p>
              <a:pPr algn="l"/>
              <a:endParaRPr lang="en-US" sz="110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148201" y="2767203"/>
              <a:ext cx="3692017" cy="1193800"/>
            </a:xfrm>
            <a:prstGeom prst="rect">
              <a:avLst/>
            </a:prstGeom>
          </p:spPr>
          <p:txBody>
            <a:bodyPr lIns="0" tIns="0" rIns="0" bIns="0" rtlCol="0" anchor="ctr">
              <a:spAutoFit/>
            </a:bodyPr>
            <a:lstStyle/>
            <a:p>
              <a:pPr algn="ctr" latinLnBrk="1">
                <a:lnSpc>
                  <a:spcPct val="116199"/>
                </a:lnSpc>
              </a:pPr>
              <a:r>
                <a:rPr lang="en-US" sz="6000" b="1">
                  <a:solidFill>
                    <a:srgbClr val="5ABB93"/>
                  </a:solidFill>
                  <a:latin typeface="Microsoft YaHei"/>
                  <a:ea typeface="Microsoft YaHei"/>
                </a:rPr>
                <a:t>课题背景</a:t>
              </a:r>
              <a:endParaRPr lang="en-US" sz="1100"/>
            </a:p>
          </p:txBody>
        </p:sp>
        <p:sp>
          <p:nvSpPr>
            <p:cNvPr id="43" name="Freeform 42"/>
            <p:cNvSpPr/>
            <p:nvPr/>
          </p:nvSpPr>
          <p:spPr>
            <a:xfrm>
              <a:off x="2057390" y="1562080"/>
              <a:ext cx="1346162" cy="1801635"/>
            </a:xfrm>
            <a:custGeom>
              <a:avLst/>
              <a:gdLst/>
              <a:ahLst/>
              <a:cxnLst/>
              <a:rect l="l" t="t" r="r" b="b"/>
              <a:pathLst>
                <a:path w="1346162" h="1801635">
                  <a:moveTo>
                    <a:pt x="1305758" y="68551"/>
                  </a:moveTo>
                  <a:cubicBezTo>
                    <a:pt x="1168604" y="292040"/>
                    <a:pt x="1031450" y="515529"/>
                    <a:pt x="894287" y="739018"/>
                  </a:cubicBezTo>
                  <a:cubicBezTo>
                    <a:pt x="885552" y="752570"/>
                    <a:pt x="876433" y="760749"/>
                    <a:pt x="859318" y="762489"/>
                  </a:cubicBezTo>
                  <a:cubicBezTo>
                    <a:pt x="608148" y="790890"/>
                    <a:pt x="356968" y="819300"/>
                    <a:pt x="106405" y="848733"/>
                  </a:cubicBezTo>
                  <a:cubicBezTo>
                    <a:pt x="101041" y="849108"/>
                    <a:pt x="94644" y="850099"/>
                    <a:pt x="85565" y="851274"/>
                  </a:cubicBezTo>
                  <a:cubicBezTo>
                    <a:pt x="111891" y="895757"/>
                    <a:pt x="136364" y="937133"/>
                    <a:pt x="160847" y="978509"/>
                  </a:cubicBezTo>
                  <a:cubicBezTo>
                    <a:pt x="163297" y="982648"/>
                    <a:pt x="170918" y="983731"/>
                    <a:pt x="176272" y="983357"/>
                  </a:cubicBezTo>
                  <a:cubicBezTo>
                    <a:pt x="219348" y="983023"/>
                    <a:pt x="245978" y="1009156"/>
                    <a:pt x="243235" y="1054064"/>
                  </a:cubicBezTo>
                  <a:cubicBezTo>
                    <a:pt x="243619" y="1059429"/>
                    <a:pt x="244601" y="1065815"/>
                    <a:pt x="247050" y="1069965"/>
                  </a:cubicBezTo>
                  <a:cubicBezTo>
                    <a:pt x="320005" y="1172048"/>
                    <a:pt x="393384" y="1272472"/>
                    <a:pt x="466338" y="1374566"/>
                  </a:cubicBezTo>
                  <a:cubicBezTo>
                    <a:pt x="524991" y="1457166"/>
                    <a:pt x="585274" y="1540191"/>
                    <a:pt x="644534" y="1623854"/>
                  </a:cubicBezTo>
                  <a:cubicBezTo>
                    <a:pt x="660677" y="1646425"/>
                    <a:pt x="676213" y="1667963"/>
                    <a:pt x="694806" y="1694663"/>
                  </a:cubicBezTo>
                  <a:cubicBezTo>
                    <a:pt x="634827" y="1730128"/>
                    <a:pt x="575881" y="1764955"/>
                    <a:pt x="513838" y="1801635"/>
                  </a:cubicBezTo>
                  <a:cubicBezTo>
                    <a:pt x="502441" y="1777658"/>
                    <a:pt x="489820" y="1751605"/>
                    <a:pt x="477816" y="1726596"/>
                  </a:cubicBezTo>
                  <a:cubicBezTo>
                    <a:pt x="409204" y="1587033"/>
                    <a:pt x="342241" y="1447915"/>
                    <a:pt x="274671" y="1307745"/>
                  </a:cubicBezTo>
                  <a:cubicBezTo>
                    <a:pt x="242516" y="1241592"/>
                    <a:pt x="212000" y="1175854"/>
                    <a:pt x="179835" y="1109701"/>
                  </a:cubicBezTo>
                  <a:cubicBezTo>
                    <a:pt x="176778" y="1104519"/>
                    <a:pt x="170422" y="1098497"/>
                    <a:pt x="165908" y="1095582"/>
                  </a:cubicBezTo>
                  <a:cubicBezTo>
                    <a:pt x="128935" y="1075562"/>
                    <a:pt x="118844" y="1039631"/>
                    <a:pt x="141111" y="1004146"/>
                  </a:cubicBezTo>
                  <a:cubicBezTo>
                    <a:pt x="144026" y="999632"/>
                    <a:pt x="144491" y="990968"/>
                    <a:pt x="142042" y="986828"/>
                  </a:cubicBezTo>
                  <a:cubicBezTo>
                    <a:pt x="118176" y="946495"/>
                    <a:pt x="94725" y="904502"/>
                    <a:pt x="69827" y="864775"/>
                  </a:cubicBezTo>
                  <a:cubicBezTo>
                    <a:pt x="66770" y="859603"/>
                    <a:pt x="57317" y="855413"/>
                    <a:pt x="51335" y="854755"/>
                  </a:cubicBezTo>
                  <a:cubicBezTo>
                    <a:pt x="35262" y="855889"/>
                    <a:pt x="18755" y="858662"/>
                    <a:pt x="0" y="859978"/>
                  </a:cubicBezTo>
                  <a:cubicBezTo>
                    <a:pt x="3330" y="853814"/>
                    <a:pt x="5627" y="848268"/>
                    <a:pt x="8542" y="843753"/>
                  </a:cubicBezTo>
                  <a:cubicBezTo>
                    <a:pt x="142639" y="615093"/>
                    <a:pt x="277161" y="384782"/>
                    <a:pt x="411258" y="156121"/>
                  </a:cubicBezTo>
                  <a:cubicBezTo>
                    <a:pt x="427078" y="128621"/>
                    <a:pt x="443525" y="102144"/>
                    <a:pt x="457705" y="74219"/>
                  </a:cubicBezTo>
                  <a:cubicBezTo>
                    <a:pt x="464992" y="62924"/>
                    <a:pt x="472836" y="59685"/>
                    <a:pt x="484587" y="58319"/>
                  </a:cubicBezTo>
                  <a:cubicBezTo>
                    <a:pt x="725383" y="43036"/>
                    <a:pt x="964964" y="25678"/>
                    <a:pt x="1205142" y="9362"/>
                  </a:cubicBezTo>
                  <a:cubicBezTo>
                    <a:pt x="1251315" y="7196"/>
                    <a:pt x="1297914" y="3380"/>
                    <a:pt x="1346162" y="0"/>
                  </a:cubicBezTo>
                  <a:cubicBezTo>
                    <a:pt x="1331790" y="25252"/>
                    <a:pt x="1318257" y="47206"/>
                    <a:pt x="1305758" y="68551"/>
                  </a:cubicBezTo>
                  <a:close/>
                  <a:moveTo>
                    <a:pt x="448262" y="1027972"/>
                  </a:moveTo>
                  <a:cubicBezTo>
                    <a:pt x="452310" y="971130"/>
                    <a:pt x="455954" y="915929"/>
                    <a:pt x="458555" y="861354"/>
                  </a:cubicBezTo>
                  <a:cubicBezTo>
                    <a:pt x="459861" y="849421"/>
                    <a:pt x="465650" y="847397"/>
                    <a:pt x="474719" y="846213"/>
                  </a:cubicBezTo>
                  <a:cubicBezTo>
                    <a:pt x="546894" y="838450"/>
                    <a:pt x="618451" y="829654"/>
                    <a:pt x="691041" y="820242"/>
                  </a:cubicBezTo>
                  <a:cubicBezTo>
                    <a:pt x="757852" y="812853"/>
                    <a:pt x="825685" y="804857"/>
                    <a:pt x="893538" y="796851"/>
                  </a:cubicBezTo>
                  <a:cubicBezTo>
                    <a:pt x="898902" y="796477"/>
                    <a:pt x="905947" y="789513"/>
                    <a:pt x="909286" y="783359"/>
                  </a:cubicBezTo>
                  <a:cubicBezTo>
                    <a:pt x="978385" y="671316"/>
                    <a:pt x="1046450" y="559891"/>
                    <a:pt x="1114941" y="446826"/>
                  </a:cubicBezTo>
                  <a:cubicBezTo>
                    <a:pt x="1120771" y="437797"/>
                    <a:pt x="1126591" y="428769"/>
                    <a:pt x="1132835" y="418101"/>
                  </a:cubicBezTo>
                  <a:cubicBezTo>
                    <a:pt x="1195294" y="448182"/>
                    <a:pt x="1257145" y="477230"/>
                    <a:pt x="1319604" y="507301"/>
                  </a:cubicBezTo>
                  <a:cubicBezTo>
                    <a:pt x="1297904" y="550842"/>
                    <a:pt x="1275596" y="593342"/>
                    <a:pt x="1253289" y="635841"/>
                  </a:cubicBezTo>
                  <a:cubicBezTo>
                    <a:pt x="1189879" y="759868"/>
                    <a:pt x="1125447" y="884502"/>
                    <a:pt x="1062037" y="1008528"/>
                  </a:cubicBezTo>
                  <a:cubicBezTo>
                    <a:pt x="1055367" y="1020836"/>
                    <a:pt x="1048738" y="1026160"/>
                    <a:pt x="1034730" y="1026059"/>
                  </a:cubicBezTo>
                  <a:cubicBezTo>
                    <a:pt x="843498" y="1026038"/>
                    <a:pt x="651851" y="1027658"/>
                    <a:pt x="460205" y="1029277"/>
                  </a:cubicBezTo>
                  <a:cubicBezTo>
                    <a:pt x="456905" y="1028427"/>
                    <a:pt x="452584" y="1028204"/>
                    <a:pt x="448262" y="1027972"/>
                  </a:cubicBezTo>
                  <a:close/>
                </a:path>
              </a:pathLst>
            </a:custGeom>
            <a:solidFill>
              <a:srgbClr val="5ABB93"/>
            </a:solidFill>
          </p:spPr>
          <p:txBody>
            <a:bodyPr lIns="127000" rIns="127000" rtlCol="0" anchor="ctr"/>
            <a:lstStyle/>
            <a:p>
              <a:pPr algn="l"/>
              <a:endParaRPr lang="en-US" sz="11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Freeform 1"/>
          <p:cNvSpPr/>
          <p:nvPr/>
        </p:nvSpPr>
        <p:spPr>
          <a:xfrm>
            <a:off x="3009900" y="1562100"/>
            <a:ext cx="2329579" cy="2329579"/>
          </a:xfrm>
          <a:custGeom>
            <a:avLst/>
            <a:gdLst/>
            <a:ahLst/>
            <a:cxnLst/>
            <a:rect l="l" t="t" r="r" b="b"/>
            <a:pathLst>
              <a:path w="2329579" h="2329579">
                <a:moveTo>
                  <a:pt x="2329579" y="1164790"/>
                </a:moveTo>
                <a:cubicBezTo>
                  <a:pt x="2329579" y="1808091"/>
                  <a:pt x="1808091" y="2329579"/>
                  <a:pt x="1164790" y="2329579"/>
                </a:cubicBezTo>
                <a:cubicBezTo>
                  <a:pt x="521488" y="2329579"/>
                  <a:pt x="0" y="1808091"/>
                  <a:pt x="0" y="1164790"/>
                </a:cubicBezTo>
                <a:cubicBezTo>
                  <a:pt x="0" y="521488"/>
                  <a:pt x="521488" y="0"/>
                  <a:pt x="1164790" y="0"/>
                </a:cubicBezTo>
                <a:cubicBezTo>
                  <a:pt x="1808091" y="0"/>
                  <a:pt x="2329579" y="521488"/>
                  <a:pt x="2329579" y="1164790"/>
                </a:cubicBezTo>
                <a:close/>
              </a:path>
            </a:pathLst>
          </a:custGeom>
          <a:solidFill>
            <a:srgbClr val="A5A5A5"/>
          </a:solidFill>
        </p:spPr>
        <p:txBody>
          <a:bodyPr lIns="127000" rIns="127000" rtlCol="0" anchor="ctr"/>
          <a:lstStyle/>
          <a:p>
            <a:pPr algn="l"/>
            <a:endParaRPr lang="en-US" sz="1100"/>
          </a:p>
        </p:txBody>
      </p:sp>
      <p:sp>
        <p:nvSpPr>
          <p:cNvPr id="45" name="Freeform 2"/>
          <p:cNvSpPr/>
          <p:nvPr/>
        </p:nvSpPr>
        <p:spPr>
          <a:xfrm>
            <a:off x="0" y="381000"/>
            <a:ext cx="201721" cy="201721"/>
          </a:xfrm>
          <a:custGeom>
            <a:avLst/>
            <a:gdLst/>
            <a:ahLst/>
            <a:cxnLst/>
            <a:rect l="l" t="t" r="r" b="b"/>
            <a:pathLst>
              <a:path w="201721" h="201721">
                <a:moveTo>
                  <a:pt x="201721" y="201721"/>
                </a:moveTo>
                <a:lnTo>
                  <a:pt x="0" y="201721"/>
                </a:lnTo>
                <a:lnTo>
                  <a:pt x="0" y="0"/>
                </a:lnTo>
                <a:lnTo>
                  <a:pt x="201721" y="0"/>
                </a:lnTo>
                <a:lnTo>
                  <a:pt x="201721" y="201721"/>
                </a:lnTo>
                <a:close/>
              </a:path>
            </a:pathLst>
          </a:custGeom>
          <a:solidFill>
            <a:srgbClr val="F2B973"/>
          </a:solidFill>
        </p:spPr>
        <p:txBody>
          <a:bodyPr lIns="127000" rIns="127000" rtlCol="0" anchor="ctr"/>
          <a:lstStyle/>
          <a:p>
            <a:pPr algn="l"/>
            <a:endParaRPr lang="en-US" sz="1100"/>
          </a:p>
        </p:txBody>
      </p:sp>
      <p:sp>
        <p:nvSpPr>
          <p:cNvPr id="46" name="Freeform 3"/>
          <p:cNvSpPr/>
          <p:nvPr/>
        </p:nvSpPr>
        <p:spPr>
          <a:xfrm>
            <a:off x="254000" y="381000"/>
            <a:ext cx="201721" cy="201721"/>
          </a:xfrm>
          <a:custGeom>
            <a:avLst/>
            <a:gdLst/>
            <a:ahLst/>
            <a:cxnLst/>
            <a:rect l="l" t="t" r="r" b="b"/>
            <a:pathLst>
              <a:path w="201721" h="201721">
                <a:moveTo>
                  <a:pt x="201721" y="201721"/>
                </a:moveTo>
                <a:lnTo>
                  <a:pt x="0" y="201721"/>
                </a:lnTo>
                <a:lnTo>
                  <a:pt x="0" y="0"/>
                </a:lnTo>
                <a:lnTo>
                  <a:pt x="201721" y="0"/>
                </a:lnTo>
                <a:lnTo>
                  <a:pt x="201721" y="201721"/>
                </a:lnTo>
                <a:close/>
              </a:path>
            </a:pathLst>
          </a:custGeom>
          <a:solidFill>
            <a:srgbClr val="EF5B43"/>
          </a:solidFill>
        </p:spPr>
        <p:txBody>
          <a:bodyPr lIns="127000" rIns="127000" rtlCol="0" anchor="ctr"/>
          <a:lstStyle/>
          <a:p>
            <a:pPr algn="l"/>
            <a:endParaRPr lang="en-US" sz="1100"/>
          </a:p>
        </p:txBody>
      </p:sp>
      <p:sp>
        <p:nvSpPr>
          <p:cNvPr id="47" name="Freeform 4"/>
          <p:cNvSpPr/>
          <p:nvPr/>
        </p:nvSpPr>
        <p:spPr>
          <a:xfrm>
            <a:off x="520700" y="393700"/>
            <a:ext cx="201721" cy="201721"/>
          </a:xfrm>
          <a:custGeom>
            <a:avLst/>
            <a:gdLst/>
            <a:ahLst/>
            <a:cxnLst/>
            <a:rect l="l" t="t" r="r" b="b"/>
            <a:pathLst>
              <a:path w="201721" h="201721">
                <a:moveTo>
                  <a:pt x="201721" y="201721"/>
                </a:moveTo>
                <a:lnTo>
                  <a:pt x="0" y="201721"/>
                </a:lnTo>
                <a:lnTo>
                  <a:pt x="0" y="0"/>
                </a:lnTo>
                <a:lnTo>
                  <a:pt x="201721" y="0"/>
                </a:lnTo>
                <a:lnTo>
                  <a:pt x="201721" y="201721"/>
                </a:lnTo>
                <a:close/>
              </a:path>
            </a:pathLst>
          </a:custGeom>
          <a:solidFill>
            <a:srgbClr val="756271"/>
          </a:solidFill>
        </p:spPr>
        <p:txBody>
          <a:bodyPr lIns="127000" rIns="127000" rtlCol="0" anchor="ctr"/>
          <a:lstStyle/>
          <a:p>
            <a:pPr algn="l"/>
            <a:endParaRPr lang="en-US" sz="1100"/>
          </a:p>
        </p:txBody>
      </p:sp>
      <p:sp>
        <p:nvSpPr>
          <p:cNvPr id="48" name="Freeform 5"/>
          <p:cNvSpPr/>
          <p:nvPr/>
        </p:nvSpPr>
        <p:spPr>
          <a:xfrm>
            <a:off x="787400" y="381000"/>
            <a:ext cx="201721" cy="201721"/>
          </a:xfrm>
          <a:custGeom>
            <a:avLst/>
            <a:gdLst/>
            <a:ahLst/>
            <a:cxnLst/>
            <a:rect l="l" t="t" r="r" b="b"/>
            <a:pathLst>
              <a:path w="201721" h="201721">
                <a:moveTo>
                  <a:pt x="201721" y="201721"/>
                </a:moveTo>
                <a:lnTo>
                  <a:pt x="0" y="201721"/>
                </a:lnTo>
                <a:lnTo>
                  <a:pt x="0" y="0"/>
                </a:lnTo>
                <a:lnTo>
                  <a:pt x="201721" y="0"/>
                </a:lnTo>
                <a:lnTo>
                  <a:pt x="201721" y="201721"/>
                </a:lnTo>
                <a:close/>
              </a:path>
            </a:pathLst>
          </a:custGeom>
          <a:solidFill>
            <a:srgbClr val="5ABB93"/>
          </a:solidFill>
        </p:spPr>
        <p:txBody>
          <a:bodyPr lIns="127000" rIns="127000" rtlCol="0" anchor="ctr"/>
          <a:lstStyle/>
          <a:p>
            <a:pPr algn="l"/>
            <a:endParaRPr lang="en-US" sz="1100"/>
          </a:p>
        </p:txBody>
      </p:sp>
      <p:sp>
        <p:nvSpPr>
          <p:cNvPr id="49" name="TextBox 6"/>
          <p:cNvSpPr txBox="1"/>
          <p:nvPr/>
        </p:nvSpPr>
        <p:spPr>
          <a:xfrm>
            <a:off x="993140" y="298797"/>
            <a:ext cx="2012569" cy="400879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 latinLnBrk="1">
              <a:lnSpc>
                <a:spcPct val="116199"/>
              </a:lnSpc>
            </a:pPr>
            <a:r>
              <a:rPr lang="en-US" sz="2400" dirty="0" err="1">
                <a:solidFill>
                  <a:srgbClr val="756271"/>
                </a:solidFill>
                <a:latin typeface="Microsoft YaHei"/>
                <a:ea typeface="Microsoft YaHei"/>
              </a:rPr>
              <a:t>课题背景</a:t>
            </a:r>
            <a:endParaRPr lang="en-US" sz="1100" dirty="0"/>
          </a:p>
        </p:txBody>
      </p:sp>
      <p:sp>
        <p:nvSpPr>
          <p:cNvPr id="50" name="Freeform 7"/>
          <p:cNvSpPr/>
          <p:nvPr/>
        </p:nvSpPr>
        <p:spPr>
          <a:xfrm>
            <a:off x="2997200" y="1562100"/>
            <a:ext cx="2300825" cy="2300825"/>
          </a:xfrm>
          <a:custGeom>
            <a:avLst/>
            <a:gdLst/>
            <a:ahLst/>
            <a:cxnLst/>
            <a:rect l="l" t="t" r="r" b="b"/>
            <a:pathLst>
              <a:path w="2300825" h="2300825">
                <a:moveTo>
                  <a:pt x="2300825" y="1150412"/>
                </a:moveTo>
                <a:cubicBezTo>
                  <a:pt x="2300825" y="1785774"/>
                  <a:pt x="1785774" y="2300825"/>
                  <a:pt x="1150412" y="2300825"/>
                </a:cubicBezTo>
                <a:cubicBezTo>
                  <a:pt x="515051" y="2300825"/>
                  <a:pt x="0" y="1785774"/>
                  <a:pt x="0" y="1150412"/>
                </a:cubicBezTo>
                <a:cubicBezTo>
                  <a:pt x="0" y="515051"/>
                  <a:pt x="515051" y="0"/>
                  <a:pt x="1150412" y="0"/>
                </a:cubicBezTo>
                <a:cubicBezTo>
                  <a:pt x="1785774" y="0"/>
                  <a:pt x="2300825" y="515051"/>
                  <a:pt x="2300825" y="1150412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lIns="127000" rIns="127000" rtlCol="0" anchor="ctr"/>
          <a:lstStyle/>
          <a:p>
            <a:pPr algn="l"/>
            <a:endParaRPr lang="en-US" sz="1100"/>
          </a:p>
        </p:txBody>
      </p:sp>
      <p:sp>
        <p:nvSpPr>
          <p:cNvPr id="51" name="Freeform 8"/>
          <p:cNvSpPr/>
          <p:nvPr/>
        </p:nvSpPr>
        <p:spPr>
          <a:xfrm>
            <a:off x="3009900" y="1587500"/>
            <a:ext cx="2251560" cy="2251560"/>
          </a:xfrm>
          <a:custGeom>
            <a:avLst/>
            <a:gdLst/>
            <a:ahLst/>
            <a:cxnLst/>
            <a:rect l="l" t="t" r="r" b="b"/>
            <a:pathLst>
              <a:path w="2251560" h="2251560">
                <a:moveTo>
                  <a:pt x="2251560" y="1125780"/>
                </a:moveTo>
                <a:cubicBezTo>
                  <a:pt x="2251560" y="1747537"/>
                  <a:pt x="1747537" y="2251560"/>
                  <a:pt x="1125780" y="2251560"/>
                </a:cubicBezTo>
                <a:cubicBezTo>
                  <a:pt x="504023" y="2251560"/>
                  <a:pt x="0" y="1747537"/>
                  <a:pt x="0" y="1125780"/>
                </a:cubicBezTo>
                <a:cubicBezTo>
                  <a:pt x="0" y="504023"/>
                  <a:pt x="504023" y="0"/>
                  <a:pt x="1125780" y="0"/>
                </a:cubicBezTo>
                <a:cubicBezTo>
                  <a:pt x="1747537" y="0"/>
                  <a:pt x="2251560" y="504023"/>
                  <a:pt x="2251560" y="1125780"/>
                </a:cubicBezTo>
                <a:close/>
              </a:path>
            </a:pathLst>
          </a:custGeom>
          <a:solidFill>
            <a:srgbClr val="5ABB93"/>
          </a:solidFill>
        </p:spPr>
        <p:txBody>
          <a:bodyPr lIns="127000" rIns="127000" rtlCol="0" anchor="ctr"/>
          <a:lstStyle/>
          <a:p>
            <a:pPr algn="l"/>
            <a:endParaRPr lang="en-US" sz="1100"/>
          </a:p>
        </p:txBody>
      </p:sp>
      <p:sp>
        <p:nvSpPr>
          <p:cNvPr id="52" name="Freeform 9"/>
          <p:cNvSpPr/>
          <p:nvPr/>
        </p:nvSpPr>
        <p:spPr>
          <a:xfrm>
            <a:off x="3086100" y="1663700"/>
            <a:ext cx="2109186" cy="2109185"/>
          </a:xfrm>
          <a:custGeom>
            <a:avLst/>
            <a:gdLst/>
            <a:ahLst/>
            <a:cxnLst/>
            <a:rect l="l" t="t" r="r" b="b"/>
            <a:pathLst>
              <a:path w="2109186" h="2109185">
                <a:moveTo>
                  <a:pt x="1054585" y="2109185"/>
                </a:moveTo>
                <a:cubicBezTo>
                  <a:pt x="473087" y="2109185"/>
                  <a:pt x="0" y="1636092"/>
                  <a:pt x="0" y="1054589"/>
                </a:cubicBezTo>
                <a:cubicBezTo>
                  <a:pt x="0" y="473086"/>
                  <a:pt x="473087" y="0"/>
                  <a:pt x="1054585" y="0"/>
                </a:cubicBezTo>
                <a:cubicBezTo>
                  <a:pt x="1636091" y="0"/>
                  <a:pt x="2109186" y="473086"/>
                  <a:pt x="2109186" y="1054589"/>
                </a:cubicBezTo>
                <a:cubicBezTo>
                  <a:pt x="2109186" y="1636092"/>
                  <a:pt x="1636091" y="2109185"/>
                  <a:pt x="1054585" y="2109185"/>
                </a:cubicBezTo>
                <a:close/>
                <a:moveTo>
                  <a:pt x="1054585" y="10106"/>
                </a:moveTo>
                <a:cubicBezTo>
                  <a:pt x="478664" y="10106"/>
                  <a:pt x="10106" y="478662"/>
                  <a:pt x="10106" y="1054589"/>
                </a:cubicBezTo>
                <a:cubicBezTo>
                  <a:pt x="10106" y="1630523"/>
                  <a:pt x="478664" y="2099072"/>
                  <a:pt x="1054585" y="2099072"/>
                </a:cubicBezTo>
                <a:cubicBezTo>
                  <a:pt x="1630514" y="2099072"/>
                  <a:pt x="2099072" y="1630523"/>
                  <a:pt x="2099072" y="1054589"/>
                </a:cubicBezTo>
                <a:cubicBezTo>
                  <a:pt x="2099072" y="478662"/>
                  <a:pt x="1630514" y="10106"/>
                  <a:pt x="1054585" y="10106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lIns="127000" rIns="127000" rtlCol="0" anchor="ctr"/>
          <a:lstStyle/>
          <a:p>
            <a:pPr algn="l"/>
            <a:endParaRPr lang="en-US" sz="1100"/>
          </a:p>
        </p:txBody>
      </p:sp>
      <p:sp>
        <p:nvSpPr>
          <p:cNvPr id="53" name="Freeform 10"/>
          <p:cNvSpPr/>
          <p:nvPr/>
        </p:nvSpPr>
        <p:spPr>
          <a:xfrm>
            <a:off x="5816600" y="1549400"/>
            <a:ext cx="2329579" cy="2329579"/>
          </a:xfrm>
          <a:custGeom>
            <a:avLst/>
            <a:gdLst/>
            <a:ahLst/>
            <a:cxnLst/>
            <a:rect l="l" t="t" r="r" b="b"/>
            <a:pathLst>
              <a:path w="2329579" h="2329579">
                <a:moveTo>
                  <a:pt x="2329579" y="1164790"/>
                </a:moveTo>
                <a:cubicBezTo>
                  <a:pt x="2329579" y="1808091"/>
                  <a:pt x="1808091" y="2329579"/>
                  <a:pt x="1164790" y="2329579"/>
                </a:cubicBezTo>
                <a:cubicBezTo>
                  <a:pt x="521488" y="2329579"/>
                  <a:pt x="0" y="1808091"/>
                  <a:pt x="0" y="1164790"/>
                </a:cubicBezTo>
                <a:cubicBezTo>
                  <a:pt x="0" y="521488"/>
                  <a:pt x="521488" y="0"/>
                  <a:pt x="1164790" y="0"/>
                </a:cubicBezTo>
                <a:cubicBezTo>
                  <a:pt x="1808091" y="0"/>
                  <a:pt x="2329579" y="521488"/>
                  <a:pt x="2329579" y="1164790"/>
                </a:cubicBezTo>
                <a:close/>
              </a:path>
            </a:pathLst>
          </a:custGeom>
          <a:solidFill>
            <a:srgbClr val="A5A5A5"/>
          </a:solidFill>
        </p:spPr>
        <p:txBody>
          <a:bodyPr lIns="127000" rIns="127000" rtlCol="0" anchor="ctr"/>
          <a:lstStyle/>
          <a:p>
            <a:pPr algn="l"/>
            <a:endParaRPr lang="en-US" sz="1100"/>
          </a:p>
        </p:txBody>
      </p:sp>
      <p:sp>
        <p:nvSpPr>
          <p:cNvPr id="54" name="Freeform 11"/>
          <p:cNvSpPr/>
          <p:nvPr/>
        </p:nvSpPr>
        <p:spPr>
          <a:xfrm>
            <a:off x="5803900" y="1549400"/>
            <a:ext cx="2300825" cy="2300825"/>
          </a:xfrm>
          <a:custGeom>
            <a:avLst/>
            <a:gdLst/>
            <a:ahLst/>
            <a:cxnLst/>
            <a:rect l="l" t="t" r="r" b="b"/>
            <a:pathLst>
              <a:path w="2300825" h="2300825">
                <a:moveTo>
                  <a:pt x="2300825" y="1150412"/>
                </a:moveTo>
                <a:cubicBezTo>
                  <a:pt x="2300825" y="1785774"/>
                  <a:pt x="1785774" y="2300825"/>
                  <a:pt x="1150412" y="2300825"/>
                </a:cubicBezTo>
                <a:cubicBezTo>
                  <a:pt x="515051" y="2300825"/>
                  <a:pt x="0" y="1785774"/>
                  <a:pt x="0" y="1150412"/>
                </a:cubicBezTo>
                <a:cubicBezTo>
                  <a:pt x="0" y="515051"/>
                  <a:pt x="515051" y="0"/>
                  <a:pt x="1150412" y="0"/>
                </a:cubicBezTo>
                <a:cubicBezTo>
                  <a:pt x="1785774" y="0"/>
                  <a:pt x="2300825" y="515051"/>
                  <a:pt x="2300825" y="1150412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lIns="127000" rIns="127000" rtlCol="0" anchor="ctr"/>
          <a:lstStyle/>
          <a:p>
            <a:pPr algn="l"/>
            <a:endParaRPr lang="en-US" sz="1100"/>
          </a:p>
        </p:txBody>
      </p:sp>
      <p:sp>
        <p:nvSpPr>
          <p:cNvPr id="55" name="Freeform 12"/>
          <p:cNvSpPr/>
          <p:nvPr/>
        </p:nvSpPr>
        <p:spPr>
          <a:xfrm>
            <a:off x="5829300" y="1574800"/>
            <a:ext cx="2251560" cy="2251560"/>
          </a:xfrm>
          <a:custGeom>
            <a:avLst/>
            <a:gdLst/>
            <a:ahLst/>
            <a:cxnLst/>
            <a:rect l="l" t="t" r="r" b="b"/>
            <a:pathLst>
              <a:path w="2251560" h="2251560">
                <a:moveTo>
                  <a:pt x="2251560" y="1125780"/>
                </a:moveTo>
                <a:cubicBezTo>
                  <a:pt x="2251560" y="1747537"/>
                  <a:pt x="1747537" y="2251560"/>
                  <a:pt x="1125780" y="2251560"/>
                </a:cubicBezTo>
                <a:cubicBezTo>
                  <a:pt x="504023" y="2251560"/>
                  <a:pt x="0" y="1747537"/>
                  <a:pt x="0" y="1125780"/>
                </a:cubicBezTo>
                <a:cubicBezTo>
                  <a:pt x="0" y="504023"/>
                  <a:pt x="504023" y="0"/>
                  <a:pt x="1125780" y="0"/>
                </a:cubicBezTo>
                <a:cubicBezTo>
                  <a:pt x="1747537" y="0"/>
                  <a:pt x="2251560" y="504023"/>
                  <a:pt x="2251560" y="1125780"/>
                </a:cubicBezTo>
                <a:close/>
              </a:path>
            </a:pathLst>
          </a:custGeom>
          <a:solidFill>
            <a:srgbClr val="756271"/>
          </a:solidFill>
        </p:spPr>
        <p:txBody>
          <a:bodyPr lIns="127000" rIns="127000" rtlCol="0" anchor="ctr"/>
          <a:lstStyle/>
          <a:p>
            <a:pPr algn="l"/>
            <a:endParaRPr lang="en-US" sz="1100"/>
          </a:p>
        </p:txBody>
      </p:sp>
      <p:sp>
        <p:nvSpPr>
          <p:cNvPr id="56" name="Freeform 13"/>
          <p:cNvSpPr/>
          <p:nvPr/>
        </p:nvSpPr>
        <p:spPr>
          <a:xfrm>
            <a:off x="5905500" y="1651000"/>
            <a:ext cx="2109186" cy="2109185"/>
          </a:xfrm>
          <a:custGeom>
            <a:avLst/>
            <a:gdLst/>
            <a:ahLst/>
            <a:cxnLst/>
            <a:rect l="l" t="t" r="r" b="b"/>
            <a:pathLst>
              <a:path w="2109186" h="2109185">
                <a:moveTo>
                  <a:pt x="1054585" y="2109185"/>
                </a:moveTo>
                <a:cubicBezTo>
                  <a:pt x="473087" y="2109185"/>
                  <a:pt x="0" y="1636092"/>
                  <a:pt x="0" y="1054589"/>
                </a:cubicBezTo>
                <a:cubicBezTo>
                  <a:pt x="0" y="473086"/>
                  <a:pt x="473087" y="0"/>
                  <a:pt x="1054585" y="0"/>
                </a:cubicBezTo>
                <a:cubicBezTo>
                  <a:pt x="1636091" y="0"/>
                  <a:pt x="2109186" y="473086"/>
                  <a:pt x="2109186" y="1054589"/>
                </a:cubicBezTo>
                <a:cubicBezTo>
                  <a:pt x="2109186" y="1636092"/>
                  <a:pt x="1636091" y="2109185"/>
                  <a:pt x="1054585" y="2109185"/>
                </a:cubicBezTo>
                <a:close/>
                <a:moveTo>
                  <a:pt x="1054585" y="10106"/>
                </a:moveTo>
                <a:cubicBezTo>
                  <a:pt x="478664" y="10106"/>
                  <a:pt x="10106" y="478662"/>
                  <a:pt x="10106" y="1054589"/>
                </a:cubicBezTo>
                <a:cubicBezTo>
                  <a:pt x="10106" y="1630523"/>
                  <a:pt x="478664" y="2099072"/>
                  <a:pt x="1054585" y="2099072"/>
                </a:cubicBezTo>
                <a:cubicBezTo>
                  <a:pt x="1630514" y="2099072"/>
                  <a:pt x="2099072" y="1630523"/>
                  <a:pt x="2099072" y="1054589"/>
                </a:cubicBezTo>
                <a:cubicBezTo>
                  <a:pt x="2099072" y="478662"/>
                  <a:pt x="1630514" y="10106"/>
                  <a:pt x="1054585" y="10106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lIns="127000" rIns="127000" rtlCol="0" anchor="ctr"/>
          <a:lstStyle/>
          <a:p>
            <a:pPr algn="l"/>
            <a:endParaRPr lang="en-US" sz="1100"/>
          </a:p>
        </p:txBody>
      </p:sp>
      <p:grpSp>
        <p:nvGrpSpPr>
          <p:cNvPr id="57" name="Group 14"/>
          <p:cNvGrpSpPr/>
          <p:nvPr/>
        </p:nvGrpSpPr>
        <p:grpSpPr>
          <a:xfrm>
            <a:off x="5029200" y="2667000"/>
            <a:ext cx="1036582" cy="147582"/>
            <a:chOff x="5029200" y="2667000"/>
            <a:chExt cx="1036582" cy="147582"/>
          </a:xfrm>
        </p:grpSpPr>
        <p:sp>
          <p:nvSpPr>
            <p:cNvPr id="58" name="Freeform 57"/>
            <p:cNvSpPr/>
            <p:nvPr/>
          </p:nvSpPr>
          <p:spPr>
            <a:xfrm>
              <a:off x="5930900" y="2679700"/>
              <a:ext cx="134882" cy="134882"/>
            </a:xfrm>
            <a:custGeom>
              <a:avLst/>
              <a:gdLst/>
              <a:ahLst/>
              <a:cxnLst/>
              <a:rect l="l" t="t" r="r" b="b"/>
              <a:pathLst>
                <a:path w="134882" h="134882">
                  <a:moveTo>
                    <a:pt x="134882" y="67441"/>
                  </a:moveTo>
                  <a:cubicBezTo>
                    <a:pt x="134882" y="104688"/>
                    <a:pt x="104688" y="134882"/>
                    <a:pt x="67441" y="134882"/>
                  </a:cubicBezTo>
                  <a:cubicBezTo>
                    <a:pt x="30194" y="134882"/>
                    <a:pt x="0" y="104688"/>
                    <a:pt x="0" y="67441"/>
                  </a:cubicBezTo>
                  <a:cubicBezTo>
                    <a:pt x="0" y="30194"/>
                    <a:pt x="30194" y="0"/>
                    <a:pt x="67441" y="0"/>
                  </a:cubicBezTo>
                  <a:cubicBezTo>
                    <a:pt x="104688" y="0"/>
                    <a:pt x="134882" y="30194"/>
                    <a:pt x="134882" y="67441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 lIns="127000" rIns="127000" rtlCol="0" anchor="ctr"/>
            <a:lstStyle/>
            <a:p>
              <a:pPr algn="l"/>
              <a:endParaRPr lang="en-US" sz="1100"/>
            </a:p>
          </p:txBody>
        </p:sp>
        <p:sp>
          <p:nvSpPr>
            <p:cNvPr id="59" name="Freeform 58"/>
            <p:cNvSpPr/>
            <p:nvPr/>
          </p:nvSpPr>
          <p:spPr>
            <a:xfrm>
              <a:off x="5029200" y="2667000"/>
              <a:ext cx="134882" cy="134882"/>
            </a:xfrm>
            <a:custGeom>
              <a:avLst/>
              <a:gdLst/>
              <a:ahLst/>
              <a:cxnLst/>
              <a:rect l="l" t="t" r="r" b="b"/>
              <a:pathLst>
                <a:path w="134882" h="134882">
                  <a:moveTo>
                    <a:pt x="134882" y="67441"/>
                  </a:moveTo>
                  <a:cubicBezTo>
                    <a:pt x="134882" y="104688"/>
                    <a:pt x="104688" y="134882"/>
                    <a:pt x="67441" y="134882"/>
                  </a:cubicBezTo>
                  <a:cubicBezTo>
                    <a:pt x="30194" y="134882"/>
                    <a:pt x="0" y="104688"/>
                    <a:pt x="0" y="67441"/>
                  </a:cubicBezTo>
                  <a:cubicBezTo>
                    <a:pt x="0" y="30194"/>
                    <a:pt x="30194" y="0"/>
                    <a:pt x="67441" y="0"/>
                  </a:cubicBezTo>
                  <a:cubicBezTo>
                    <a:pt x="104688" y="0"/>
                    <a:pt x="134882" y="30194"/>
                    <a:pt x="134882" y="67441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 lIns="127000" rIns="127000" rtlCol="0" anchor="ctr"/>
            <a:lstStyle/>
            <a:p>
              <a:pPr algn="l"/>
              <a:endParaRPr lang="en-US" sz="1100"/>
            </a:p>
          </p:txBody>
        </p:sp>
        <p:sp>
          <p:nvSpPr>
            <p:cNvPr id="60" name="Freeform 59"/>
            <p:cNvSpPr/>
            <p:nvPr/>
          </p:nvSpPr>
          <p:spPr>
            <a:xfrm>
              <a:off x="5108732" y="2707064"/>
              <a:ext cx="908660" cy="65269"/>
            </a:xfrm>
            <a:custGeom>
              <a:avLst/>
              <a:gdLst/>
              <a:ahLst/>
              <a:cxnLst/>
              <a:rect l="l" t="t" r="r" b="b"/>
              <a:pathLst>
                <a:path w="908660" h="65269">
                  <a:moveTo>
                    <a:pt x="44581" y="0"/>
                  </a:moveTo>
                  <a:cubicBezTo>
                    <a:pt x="317754" y="0"/>
                    <a:pt x="591863" y="0"/>
                    <a:pt x="865981" y="0"/>
                  </a:cubicBezTo>
                  <a:cubicBezTo>
                    <a:pt x="907724" y="1973"/>
                    <a:pt x="908661" y="62313"/>
                    <a:pt x="865981" y="65268"/>
                  </a:cubicBezTo>
                  <a:cubicBezTo>
                    <a:pt x="591863" y="65268"/>
                    <a:pt x="317754" y="65268"/>
                    <a:pt x="44581" y="65268"/>
                  </a:cubicBezTo>
                  <a:cubicBezTo>
                    <a:pt x="0" y="62313"/>
                    <a:pt x="1902" y="1973"/>
                    <a:pt x="44581" y="0"/>
                  </a:cubicBezTo>
                </a:path>
              </a:pathLst>
            </a:custGeom>
            <a:solidFill>
              <a:srgbClr val="BFBFBF"/>
            </a:solidFill>
          </p:spPr>
          <p:txBody>
            <a:bodyPr lIns="127000" rIns="127000" rtlCol="0" anchor="ctr"/>
            <a:lstStyle/>
            <a:p>
              <a:pPr algn="l"/>
              <a:endParaRPr lang="en-US" sz="1100"/>
            </a:p>
          </p:txBody>
        </p:sp>
      </p:grpSp>
      <p:sp>
        <p:nvSpPr>
          <p:cNvPr id="61" name="TextBox 15"/>
          <p:cNvSpPr txBox="1"/>
          <p:nvPr/>
        </p:nvSpPr>
        <p:spPr>
          <a:xfrm>
            <a:off x="3302000" y="4241800"/>
            <a:ext cx="1838706" cy="77470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ctr" latinLnBrk="1">
              <a:lnSpc>
                <a:spcPct val="116199"/>
              </a:lnSpc>
            </a:pPr>
            <a:r>
              <a:rPr lang="en-US" sz="1200">
                <a:solidFill>
                  <a:srgbClr val="42464B"/>
                </a:solidFill>
                <a:latin typeface="Microsoft YaHei"/>
                <a:ea typeface="Microsoft YaHei"/>
              </a:rPr>
              <a:t>从事思想政治教育的人员需要职称证书，获得行业的认可</a:t>
            </a:r>
            <a:endParaRPr lang="en-US" sz="1100"/>
          </a:p>
        </p:txBody>
      </p:sp>
      <p:grpSp>
        <p:nvGrpSpPr>
          <p:cNvPr id="62" name="Group 16"/>
          <p:cNvGrpSpPr/>
          <p:nvPr/>
        </p:nvGrpSpPr>
        <p:grpSpPr>
          <a:xfrm>
            <a:off x="3136900" y="2095500"/>
            <a:ext cx="2055876" cy="1066800"/>
            <a:chOff x="3136900" y="2095500"/>
            <a:chExt cx="2055876" cy="1066800"/>
          </a:xfrm>
        </p:grpSpPr>
        <p:sp>
          <p:nvSpPr>
            <p:cNvPr id="63" name="TextBox 62"/>
            <p:cNvSpPr txBox="1"/>
            <p:nvPr/>
          </p:nvSpPr>
          <p:spPr>
            <a:xfrm>
              <a:off x="3835400" y="2095500"/>
              <a:ext cx="774573" cy="666242"/>
            </a:xfrm>
            <a:prstGeom prst="rect">
              <a:avLst/>
            </a:prstGeom>
          </p:spPr>
          <p:txBody>
            <a:bodyPr lIns="0" tIns="0" rIns="0" bIns="0" rtlCol="0" anchor="ctr">
              <a:spAutoFit/>
            </a:bodyPr>
            <a:lstStyle/>
            <a:p>
              <a:pPr algn="l" latinLnBrk="1">
                <a:lnSpc>
                  <a:spcPct val="116199"/>
                </a:lnSpc>
              </a:pPr>
              <a:r>
                <a:rPr lang="en-US" sz="3200">
                  <a:solidFill>
                    <a:srgbClr val="FFFFFF"/>
                  </a:solidFill>
                  <a:latin typeface="Microsoft YaHei"/>
                  <a:ea typeface="Microsoft YaHei"/>
                </a:rPr>
                <a:t>01</a:t>
              </a:r>
              <a:endParaRPr lang="en-US" sz="1100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3136900" y="2578100"/>
              <a:ext cx="2055876" cy="584200"/>
            </a:xfrm>
            <a:prstGeom prst="rect">
              <a:avLst/>
            </a:prstGeom>
          </p:spPr>
          <p:txBody>
            <a:bodyPr lIns="0" tIns="0" rIns="0" bIns="0" rtlCol="0" anchor="ctr">
              <a:spAutoFit/>
            </a:bodyPr>
            <a:lstStyle/>
            <a:p>
              <a:pPr algn="ctr" latinLnBrk="1">
                <a:lnSpc>
                  <a:spcPct val="116199"/>
                </a:lnSpc>
              </a:pPr>
              <a:r>
                <a:rPr lang="en-US" sz="2600">
                  <a:solidFill>
                    <a:srgbClr val="FFFFFF"/>
                  </a:solidFill>
                  <a:latin typeface="Microsoft YaHei"/>
                  <a:ea typeface="Microsoft YaHei"/>
                </a:rPr>
                <a:t>职称</a:t>
              </a:r>
              <a:endParaRPr lang="en-US" sz="1100"/>
            </a:p>
          </p:txBody>
        </p:sp>
      </p:grpSp>
      <p:grpSp>
        <p:nvGrpSpPr>
          <p:cNvPr id="65" name="Group 17"/>
          <p:cNvGrpSpPr/>
          <p:nvPr/>
        </p:nvGrpSpPr>
        <p:grpSpPr>
          <a:xfrm>
            <a:off x="5943600" y="2171700"/>
            <a:ext cx="2055876" cy="1066800"/>
            <a:chOff x="5943600" y="2171700"/>
            <a:chExt cx="2055876" cy="1066800"/>
          </a:xfrm>
        </p:grpSpPr>
        <p:sp>
          <p:nvSpPr>
            <p:cNvPr id="66" name="TextBox 65"/>
            <p:cNvSpPr txBox="1"/>
            <p:nvPr/>
          </p:nvSpPr>
          <p:spPr>
            <a:xfrm>
              <a:off x="6642100" y="2171700"/>
              <a:ext cx="774573" cy="666242"/>
            </a:xfrm>
            <a:prstGeom prst="rect">
              <a:avLst/>
            </a:prstGeom>
          </p:spPr>
          <p:txBody>
            <a:bodyPr lIns="0" tIns="0" rIns="0" bIns="0" rtlCol="0" anchor="ctr">
              <a:spAutoFit/>
            </a:bodyPr>
            <a:lstStyle/>
            <a:p>
              <a:pPr algn="l" latinLnBrk="1">
                <a:lnSpc>
                  <a:spcPct val="116199"/>
                </a:lnSpc>
              </a:pPr>
              <a:r>
                <a:rPr lang="en-US" sz="3200">
                  <a:solidFill>
                    <a:srgbClr val="FFFFFF"/>
                  </a:solidFill>
                  <a:latin typeface="Microsoft YaHei"/>
                  <a:ea typeface="Microsoft YaHei"/>
                </a:rPr>
                <a:t>02</a:t>
              </a:r>
              <a:endParaRPr lang="en-US" sz="1100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5943600" y="2654300"/>
              <a:ext cx="2055876" cy="584200"/>
            </a:xfrm>
            <a:prstGeom prst="rect">
              <a:avLst/>
            </a:prstGeom>
          </p:spPr>
          <p:txBody>
            <a:bodyPr lIns="0" tIns="0" rIns="0" bIns="0" rtlCol="0" anchor="ctr">
              <a:spAutoFit/>
            </a:bodyPr>
            <a:lstStyle/>
            <a:p>
              <a:pPr algn="ctr" latinLnBrk="1">
                <a:lnSpc>
                  <a:spcPct val="116199"/>
                </a:lnSpc>
              </a:pPr>
              <a:r>
                <a:rPr lang="en-US" sz="2600">
                  <a:solidFill>
                    <a:srgbClr val="FFFFFF"/>
                  </a:solidFill>
                  <a:latin typeface="Microsoft YaHei"/>
                  <a:ea typeface="Microsoft YaHei"/>
                </a:rPr>
                <a:t>信息化</a:t>
              </a:r>
              <a:endParaRPr lang="en-US" sz="1100"/>
            </a:p>
          </p:txBody>
        </p:sp>
      </p:grpSp>
      <p:sp>
        <p:nvSpPr>
          <p:cNvPr id="68" name="TextBox 18"/>
          <p:cNvSpPr txBox="1"/>
          <p:nvPr/>
        </p:nvSpPr>
        <p:spPr>
          <a:xfrm>
            <a:off x="6057900" y="4254500"/>
            <a:ext cx="1838706" cy="77470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ctr" latinLnBrk="1">
              <a:lnSpc>
                <a:spcPct val="116199"/>
              </a:lnSpc>
            </a:pPr>
            <a:r>
              <a:rPr lang="en-US" sz="1200">
                <a:solidFill>
                  <a:srgbClr val="42464B"/>
                </a:solidFill>
                <a:latin typeface="Microsoft YaHei"/>
                <a:ea typeface="Microsoft YaHei"/>
              </a:rPr>
              <a:t>计算机技术的发展驱动职称申报和评审朝着信息化方向发展</a:t>
            </a:r>
            <a:endParaRPr lang="en-US" sz="11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61" grpId="0" animBg="1"/>
      <p:bldP spid="62" grpId="0" animBg="1"/>
      <p:bldP spid="65" grpId="0" animBg="1"/>
      <p:bldP spid="6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Freeform 1"/>
          <p:cNvSpPr/>
          <p:nvPr/>
        </p:nvSpPr>
        <p:spPr>
          <a:xfrm>
            <a:off x="-2374" y="388695"/>
            <a:ext cx="201721" cy="201721"/>
          </a:xfrm>
          <a:custGeom>
            <a:avLst/>
            <a:gdLst/>
            <a:ahLst/>
            <a:cxnLst/>
            <a:rect l="l" t="t" r="r" b="b"/>
            <a:pathLst>
              <a:path w="201721" h="201721">
                <a:moveTo>
                  <a:pt x="201720" y="201721"/>
                </a:moveTo>
                <a:lnTo>
                  <a:pt x="0" y="201721"/>
                </a:lnTo>
                <a:lnTo>
                  <a:pt x="0" y="0"/>
                </a:lnTo>
                <a:lnTo>
                  <a:pt x="201720" y="0"/>
                </a:lnTo>
                <a:lnTo>
                  <a:pt x="201720" y="201721"/>
                </a:lnTo>
                <a:close/>
              </a:path>
            </a:pathLst>
          </a:custGeom>
          <a:solidFill>
            <a:srgbClr val="F2B973"/>
          </a:solidFill>
        </p:spPr>
      </p:sp>
      <p:sp>
        <p:nvSpPr>
          <p:cNvPr id="146" name="Freeform 2"/>
          <p:cNvSpPr/>
          <p:nvPr/>
        </p:nvSpPr>
        <p:spPr>
          <a:xfrm>
            <a:off x="262167" y="390406"/>
            <a:ext cx="201721" cy="201721"/>
          </a:xfrm>
          <a:custGeom>
            <a:avLst/>
            <a:gdLst/>
            <a:ahLst/>
            <a:cxnLst/>
            <a:rect l="l" t="t" r="r" b="b"/>
            <a:pathLst>
              <a:path w="201721" h="201721">
                <a:moveTo>
                  <a:pt x="201720" y="201721"/>
                </a:moveTo>
                <a:lnTo>
                  <a:pt x="0" y="201721"/>
                </a:lnTo>
                <a:lnTo>
                  <a:pt x="0" y="0"/>
                </a:lnTo>
                <a:lnTo>
                  <a:pt x="201720" y="0"/>
                </a:lnTo>
                <a:lnTo>
                  <a:pt x="201720" y="201721"/>
                </a:lnTo>
                <a:close/>
              </a:path>
            </a:pathLst>
          </a:custGeom>
          <a:solidFill>
            <a:srgbClr val="EF5B43"/>
          </a:solidFill>
        </p:spPr>
      </p:sp>
      <p:sp>
        <p:nvSpPr>
          <p:cNvPr id="147" name="Freeform 3"/>
          <p:cNvSpPr/>
          <p:nvPr/>
        </p:nvSpPr>
        <p:spPr>
          <a:xfrm>
            <a:off x="526711" y="393865"/>
            <a:ext cx="201721" cy="201721"/>
          </a:xfrm>
          <a:custGeom>
            <a:avLst/>
            <a:gdLst/>
            <a:ahLst/>
            <a:cxnLst/>
            <a:rect l="l" t="t" r="r" b="b"/>
            <a:pathLst>
              <a:path w="201721" h="201721">
                <a:moveTo>
                  <a:pt x="201720" y="201721"/>
                </a:moveTo>
                <a:lnTo>
                  <a:pt x="0" y="201721"/>
                </a:lnTo>
                <a:lnTo>
                  <a:pt x="0" y="0"/>
                </a:lnTo>
                <a:lnTo>
                  <a:pt x="201720" y="0"/>
                </a:lnTo>
                <a:lnTo>
                  <a:pt x="201720" y="201721"/>
                </a:lnTo>
                <a:close/>
              </a:path>
            </a:pathLst>
          </a:custGeom>
          <a:solidFill>
            <a:srgbClr val="756271"/>
          </a:solidFill>
        </p:spPr>
      </p:sp>
      <p:sp>
        <p:nvSpPr>
          <p:cNvPr id="148" name="Freeform 4"/>
          <p:cNvSpPr/>
          <p:nvPr/>
        </p:nvSpPr>
        <p:spPr>
          <a:xfrm>
            <a:off x="790659" y="393551"/>
            <a:ext cx="201721" cy="201721"/>
          </a:xfrm>
          <a:custGeom>
            <a:avLst/>
            <a:gdLst/>
            <a:ahLst/>
            <a:cxnLst/>
            <a:rect l="l" t="t" r="r" b="b"/>
            <a:pathLst>
              <a:path w="201721" h="201721">
                <a:moveTo>
                  <a:pt x="201721" y="201721"/>
                </a:moveTo>
                <a:lnTo>
                  <a:pt x="0" y="201721"/>
                </a:lnTo>
                <a:lnTo>
                  <a:pt x="0" y="0"/>
                </a:lnTo>
                <a:lnTo>
                  <a:pt x="201721" y="0"/>
                </a:lnTo>
                <a:lnTo>
                  <a:pt x="201721" y="201721"/>
                </a:lnTo>
                <a:close/>
              </a:path>
            </a:pathLst>
          </a:custGeom>
          <a:solidFill>
            <a:srgbClr val="5ABB93"/>
          </a:solidFill>
        </p:spPr>
      </p:sp>
      <p:sp>
        <p:nvSpPr>
          <p:cNvPr id="149" name="TextBox 5"/>
          <p:cNvSpPr txBox="1"/>
          <p:nvPr/>
        </p:nvSpPr>
        <p:spPr>
          <a:xfrm>
            <a:off x="993026" y="313553"/>
            <a:ext cx="2635073" cy="400879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 latinLnBrk="1">
              <a:lnSpc>
                <a:spcPct val="116199"/>
              </a:lnSpc>
            </a:pPr>
            <a:r>
              <a:rPr lang="zh-CN" altLang="en-US" sz="2400" dirty="0">
                <a:solidFill>
                  <a:srgbClr val="756271"/>
                </a:solidFill>
                <a:latin typeface="Microsoft YaHei"/>
                <a:ea typeface="Microsoft YaHei"/>
              </a:rPr>
              <a:t>开发过程</a:t>
            </a:r>
            <a:endParaRPr lang="en-US" sz="1100" dirty="0"/>
          </a:p>
        </p:txBody>
      </p:sp>
      <p:grpSp>
        <p:nvGrpSpPr>
          <p:cNvPr id="150" name="Group 6"/>
          <p:cNvGrpSpPr/>
          <p:nvPr/>
        </p:nvGrpSpPr>
        <p:grpSpPr>
          <a:xfrm>
            <a:off x="1495036" y="849804"/>
            <a:ext cx="8408667" cy="4774093"/>
            <a:chOff x="1495036" y="849804"/>
            <a:chExt cx="8408667" cy="4774093"/>
          </a:xfrm>
        </p:grpSpPr>
        <p:sp>
          <p:nvSpPr>
            <p:cNvPr id="151" name="Freeform 150"/>
            <p:cNvSpPr/>
            <p:nvPr/>
          </p:nvSpPr>
          <p:spPr>
            <a:xfrm>
              <a:off x="1495036" y="2048341"/>
              <a:ext cx="5269311" cy="3286794"/>
            </a:xfrm>
            <a:custGeom>
              <a:avLst/>
              <a:gdLst/>
              <a:ahLst/>
              <a:cxnLst/>
              <a:rect l="l" t="t" r="r" b="b"/>
              <a:pathLst>
                <a:path w="5269311" h="3286794">
                  <a:moveTo>
                    <a:pt x="0" y="3276950"/>
                  </a:moveTo>
                  <a:cubicBezTo>
                    <a:pt x="0" y="3276950"/>
                    <a:pt x="97368" y="3282491"/>
                    <a:pt x="268124" y="3278301"/>
                  </a:cubicBezTo>
                  <a:cubicBezTo>
                    <a:pt x="434555" y="3274680"/>
                    <a:pt x="674373" y="3261322"/>
                    <a:pt x="963575" y="3222930"/>
                  </a:cubicBezTo>
                  <a:cubicBezTo>
                    <a:pt x="1248467" y="3185099"/>
                    <a:pt x="1582742" y="3122252"/>
                    <a:pt x="1930281" y="3026853"/>
                  </a:cubicBezTo>
                  <a:cubicBezTo>
                    <a:pt x="2103249" y="2973085"/>
                    <a:pt x="2284844" y="2918186"/>
                    <a:pt x="2459724" y="2845698"/>
                  </a:cubicBezTo>
                  <a:cubicBezTo>
                    <a:pt x="2639718" y="2778693"/>
                    <a:pt x="2822419" y="2699005"/>
                    <a:pt x="2994899" y="2608366"/>
                  </a:cubicBezTo>
                  <a:cubicBezTo>
                    <a:pt x="3171681" y="2517141"/>
                    <a:pt x="3342543" y="2414405"/>
                    <a:pt x="3507494" y="2300116"/>
                  </a:cubicBezTo>
                  <a:cubicBezTo>
                    <a:pt x="3668118" y="2186404"/>
                    <a:pt x="3822822" y="2061165"/>
                    <a:pt x="3968094" y="1931036"/>
                  </a:cubicBezTo>
                  <a:cubicBezTo>
                    <a:pt x="4112561" y="1794838"/>
                    <a:pt x="4243285" y="1654311"/>
                    <a:pt x="4365365" y="1514916"/>
                  </a:cubicBezTo>
                  <a:cubicBezTo>
                    <a:pt x="4482331" y="1370053"/>
                    <a:pt x="4585546" y="1220854"/>
                    <a:pt x="4676612" y="1079433"/>
                  </a:cubicBezTo>
                  <a:cubicBezTo>
                    <a:pt x="4766882" y="931959"/>
                    <a:pt x="4840676" y="792823"/>
                    <a:pt x="4902330" y="661458"/>
                  </a:cubicBezTo>
                  <a:cubicBezTo>
                    <a:pt x="4933962" y="601832"/>
                    <a:pt x="4960472" y="536723"/>
                    <a:pt x="4983468" y="478244"/>
                  </a:cubicBezTo>
                  <a:cubicBezTo>
                    <a:pt x="5006464" y="419757"/>
                    <a:pt x="5030266" y="367331"/>
                    <a:pt x="5050546" y="321528"/>
                  </a:cubicBezTo>
                  <a:cubicBezTo>
                    <a:pt x="5065711" y="270241"/>
                    <a:pt x="5081682" y="225015"/>
                    <a:pt x="5094123" y="186403"/>
                  </a:cubicBezTo>
                  <a:cubicBezTo>
                    <a:pt x="5110899" y="147222"/>
                    <a:pt x="5119844" y="115241"/>
                    <a:pt x="5128780" y="83260"/>
                  </a:cubicBezTo>
                  <a:cubicBezTo>
                    <a:pt x="5148255" y="31404"/>
                    <a:pt x="5152882" y="0"/>
                    <a:pt x="5152882" y="0"/>
                  </a:cubicBezTo>
                  <a:cubicBezTo>
                    <a:pt x="5269311" y="83081"/>
                    <a:pt x="5269311" y="83081"/>
                    <a:pt x="5269311" y="83081"/>
                  </a:cubicBezTo>
                  <a:cubicBezTo>
                    <a:pt x="5269311" y="83081"/>
                    <a:pt x="5259570" y="109009"/>
                    <a:pt x="5240891" y="166919"/>
                  </a:cubicBezTo>
                  <a:cubicBezTo>
                    <a:pt x="5231149" y="192847"/>
                    <a:pt x="5218700" y="231450"/>
                    <a:pt x="5206242" y="270062"/>
                  </a:cubicBezTo>
                  <a:cubicBezTo>
                    <a:pt x="5189475" y="309243"/>
                    <a:pt x="5173504" y="354469"/>
                    <a:pt x="5154029" y="406325"/>
                  </a:cubicBezTo>
                  <a:cubicBezTo>
                    <a:pt x="5133741" y="452137"/>
                    <a:pt x="5110744" y="510615"/>
                    <a:pt x="5083438" y="569672"/>
                  </a:cubicBezTo>
                  <a:cubicBezTo>
                    <a:pt x="5056124" y="628728"/>
                    <a:pt x="5029615" y="693837"/>
                    <a:pt x="4994470" y="760086"/>
                  </a:cubicBezTo>
                  <a:cubicBezTo>
                    <a:pt x="4932816" y="891451"/>
                    <a:pt x="4850377" y="1031734"/>
                    <a:pt x="4755798" y="1179778"/>
                  </a:cubicBezTo>
                  <a:cubicBezTo>
                    <a:pt x="4660422" y="1321776"/>
                    <a:pt x="4552889" y="1471545"/>
                    <a:pt x="4427288" y="1617555"/>
                  </a:cubicBezTo>
                  <a:cubicBezTo>
                    <a:pt x="4305200" y="1756934"/>
                    <a:pt x="4165847" y="1898615"/>
                    <a:pt x="4020576" y="2028761"/>
                  </a:cubicBezTo>
                  <a:cubicBezTo>
                    <a:pt x="3870994" y="2159476"/>
                    <a:pt x="3711167" y="2279240"/>
                    <a:pt x="3541907" y="2394090"/>
                  </a:cubicBezTo>
                  <a:cubicBezTo>
                    <a:pt x="3376168" y="2502326"/>
                    <a:pt x="3200175" y="2599588"/>
                    <a:pt x="3022588" y="2684751"/>
                  </a:cubicBezTo>
                  <a:cubicBezTo>
                    <a:pt x="2841488" y="2776545"/>
                    <a:pt x="2662291" y="2849603"/>
                    <a:pt x="2477182" y="2911125"/>
                  </a:cubicBezTo>
                  <a:cubicBezTo>
                    <a:pt x="2297188" y="2978129"/>
                    <a:pt x="2115584" y="3033045"/>
                    <a:pt x="1941014" y="3074691"/>
                  </a:cubicBezTo>
                  <a:cubicBezTo>
                    <a:pt x="1588361" y="3164622"/>
                    <a:pt x="1253281" y="3221417"/>
                    <a:pt x="966787" y="3247142"/>
                  </a:cubicBezTo>
                  <a:cubicBezTo>
                    <a:pt x="676780" y="3279472"/>
                    <a:pt x="436157" y="3286794"/>
                    <a:pt x="264603" y="3284923"/>
                  </a:cubicBezTo>
                  <a:cubicBezTo>
                    <a:pt x="97368" y="3282491"/>
                    <a:pt x="0" y="3276950"/>
                    <a:pt x="0" y="3276950"/>
                  </a:cubicBezTo>
                </a:path>
              </a:pathLst>
            </a:custGeom>
            <a:solidFill>
              <a:srgbClr val="BFBFBF"/>
            </a:solidFill>
          </p:spPr>
        </p:sp>
        <p:sp>
          <p:nvSpPr>
            <p:cNvPr id="152" name="Freeform 151"/>
            <p:cNvSpPr/>
            <p:nvPr/>
          </p:nvSpPr>
          <p:spPr>
            <a:xfrm>
              <a:off x="3248294" y="4990340"/>
              <a:ext cx="287229" cy="287229"/>
            </a:xfrm>
            <a:custGeom>
              <a:avLst/>
              <a:gdLst/>
              <a:ahLst/>
              <a:cxnLst/>
              <a:rect l="l" t="t" r="r" b="b"/>
              <a:pathLst>
                <a:path w="287229" h="287229">
                  <a:moveTo>
                    <a:pt x="287229" y="143614"/>
                  </a:moveTo>
                  <a:cubicBezTo>
                    <a:pt x="287229" y="222931"/>
                    <a:pt x="222932" y="287229"/>
                    <a:pt x="143615" y="287229"/>
                  </a:cubicBezTo>
                  <a:cubicBezTo>
                    <a:pt x="64298" y="287229"/>
                    <a:pt x="0" y="222931"/>
                    <a:pt x="0" y="143614"/>
                  </a:cubicBezTo>
                  <a:cubicBezTo>
                    <a:pt x="0" y="64297"/>
                    <a:pt x="64298" y="0"/>
                    <a:pt x="143615" y="0"/>
                  </a:cubicBezTo>
                  <a:cubicBezTo>
                    <a:pt x="222932" y="0"/>
                    <a:pt x="287229" y="64297"/>
                    <a:pt x="287229" y="143614"/>
                  </a:cubicBezTo>
                  <a:close/>
                </a:path>
              </a:pathLst>
            </a:custGeom>
            <a:solidFill>
              <a:srgbClr val="D8D8D8"/>
            </a:solidFill>
          </p:spPr>
        </p:sp>
        <p:sp>
          <p:nvSpPr>
            <p:cNvPr id="153" name="Freeform 152"/>
            <p:cNvSpPr/>
            <p:nvPr/>
          </p:nvSpPr>
          <p:spPr>
            <a:xfrm>
              <a:off x="3298941" y="5038850"/>
              <a:ext cx="188813" cy="188813"/>
            </a:xfrm>
            <a:custGeom>
              <a:avLst/>
              <a:gdLst/>
              <a:ahLst/>
              <a:cxnLst/>
              <a:rect l="l" t="t" r="r" b="b"/>
              <a:pathLst>
                <a:path w="188813" h="188813">
                  <a:moveTo>
                    <a:pt x="188813" y="94406"/>
                  </a:moveTo>
                  <a:cubicBezTo>
                    <a:pt x="188813" y="146546"/>
                    <a:pt x="146547" y="188813"/>
                    <a:pt x="94407" y="188813"/>
                  </a:cubicBezTo>
                  <a:cubicBezTo>
                    <a:pt x="42267" y="188813"/>
                    <a:pt x="0" y="146546"/>
                    <a:pt x="0" y="94406"/>
                  </a:cubicBezTo>
                  <a:cubicBezTo>
                    <a:pt x="0" y="42267"/>
                    <a:pt x="42267" y="0"/>
                    <a:pt x="94407" y="0"/>
                  </a:cubicBezTo>
                  <a:cubicBezTo>
                    <a:pt x="146547" y="0"/>
                    <a:pt x="188813" y="42267"/>
                    <a:pt x="188813" y="9440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4" name="Freeform 153"/>
            <p:cNvSpPr/>
            <p:nvPr/>
          </p:nvSpPr>
          <p:spPr>
            <a:xfrm>
              <a:off x="4522192" y="4513100"/>
              <a:ext cx="287229" cy="287229"/>
            </a:xfrm>
            <a:custGeom>
              <a:avLst/>
              <a:gdLst/>
              <a:ahLst/>
              <a:cxnLst/>
              <a:rect l="l" t="t" r="r" b="b"/>
              <a:pathLst>
                <a:path w="287229" h="287229">
                  <a:moveTo>
                    <a:pt x="287229" y="143614"/>
                  </a:moveTo>
                  <a:cubicBezTo>
                    <a:pt x="287229" y="222931"/>
                    <a:pt x="222931" y="287229"/>
                    <a:pt x="143614" y="287229"/>
                  </a:cubicBezTo>
                  <a:cubicBezTo>
                    <a:pt x="64298" y="287229"/>
                    <a:pt x="0" y="222931"/>
                    <a:pt x="0" y="143614"/>
                  </a:cubicBezTo>
                  <a:cubicBezTo>
                    <a:pt x="0" y="64297"/>
                    <a:pt x="64298" y="0"/>
                    <a:pt x="143614" y="0"/>
                  </a:cubicBezTo>
                  <a:cubicBezTo>
                    <a:pt x="222931" y="0"/>
                    <a:pt x="287229" y="64297"/>
                    <a:pt x="287229" y="143614"/>
                  </a:cubicBezTo>
                  <a:close/>
                </a:path>
              </a:pathLst>
            </a:custGeom>
            <a:solidFill>
              <a:srgbClr val="D8D8D8"/>
            </a:solidFill>
          </p:spPr>
        </p:sp>
        <p:sp>
          <p:nvSpPr>
            <p:cNvPr id="155" name="Freeform 154"/>
            <p:cNvSpPr/>
            <p:nvPr/>
          </p:nvSpPr>
          <p:spPr>
            <a:xfrm>
              <a:off x="4572839" y="4561610"/>
              <a:ext cx="188813" cy="188813"/>
            </a:xfrm>
            <a:custGeom>
              <a:avLst/>
              <a:gdLst/>
              <a:ahLst/>
              <a:cxnLst/>
              <a:rect l="l" t="t" r="r" b="b"/>
              <a:pathLst>
                <a:path w="188813" h="188813">
                  <a:moveTo>
                    <a:pt x="188813" y="94406"/>
                  </a:moveTo>
                  <a:cubicBezTo>
                    <a:pt x="188813" y="146546"/>
                    <a:pt x="146546" y="188813"/>
                    <a:pt x="94407" y="188813"/>
                  </a:cubicBezTo>
                  <a:cubicBezTo>
                    <a:pt x="42267" y="188813"/>
                    <a:pt x="0" y="146546"/>
                    <a:pt x="0" y="94406"/>
                  </a:cubicBezTo>
                  <a:cubicBezTo>
                    <a:pt x="0" y="42266"/>
                    <a:pt x="42267" y="0"/>
                    <a:pt x="94407" y="0"/>
                  </a:cubicBezTo>
                  <a:cubicBezTo>
                    <a:pt x="146546" y="0"/>
                    <a:pt x="188813" y="42266"/>
                    <a:pt x="188813" y="9440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6" name="Freeform 155"/>
            <p:cNvSpPr/>
            <p:nvPr/>
          </p:nvSpPr>
          <p:spPr>
            <a:xfrm>
              <a:off x="5419112" y="3774499"/>
              <a:ext cx="287229" cy="287229"/>
            </a:xfrm>
            <a:custGeom>
              <a:avLst/>
              <a:gdLst/>
              <a:ahLst/>
              <a:cxnLst/>
              <a:rect l="l" t="t" r="r" b="b"/>
              <a:pathLst>
                <a:path w="287229" h="287229">
                  <a:moveTo>
                    <a:pt x="287230" y="143615"/>
                  </a:moveTo>
                  <a:cubicBezTo>
                    <a:pt x="287230" y="222932"/>
                    <a:pt x="222932" y="287229"/>
                    <a:pt x="143615" y="287229"/>
                  </a:cubicBezTo>
                  <a:cubicBezTo>
                    <a:pt x="64298" y="287229"/>
                    <a:pt x="0" y="222932"/>
                    <a:pt x="0" y="143615"/>
                  </a:cubicBezTo>
                  <a:cubicBezTo>
                    <a:pt x="0" y="64298"/>
                    <a:pt x="64298" y="0"/>
                    <a:pt x="143615" y="0"/>
                  </a:cubicBezTo>
                  <a:cubicBezTo>
                    <a:pt x="222932" y="0"/>
                    <a:pt x="287230" y="64298"/>
                    <a:pt x="287230" y="143615"/>
                  </a:cubicBezTo>
                  <a:close/>
                </a:path>
              </a:pathLst>
            </a:custGeom>
            <a:solidFill>
              <a:srgbClr val="D8D8D8"/>
            </a:solidFill>
          </p:spPr>
        </p:sp>
        <p:sp>
          <p:nvSpPr>
            <p:cNvPr id="157" name="Freeform 156"/>
            <p:cNvSpPr/>
            <p:nvPr/>
          </p:nvSpPr>
          <p:spPr>
            <a:xfrm>
              <a:off x="5469760" y="3823009"/>
              <a:ext cx="188813" cy="188813"/>
            </a:xfrm>
            <a:custGeom>
              <a:avLst/>
              <a:gdLst/>
              <a:ahLst/>
              <a:cxnLst/>
              <a:rect l="l" t="t" r="r" b="b"/>
              <a:pathLst>
                <a:path w="188813" h="188813">
                  <a:moveTo>
                    <a:pt x="188813" y="94407"/>
                  </a:moveTo>
                  <a:cubicBezTo>
                    <a:pt x="188813" y="146547"/>
                    <a:pt x="146546" y="188813"/>
                    <a:pt x="94406" y="188813"/>
                  </a:cubicBezTo>
                  <a:cubicBezTo>
                    <a:pt x="42266" y="188813"/>
                    <a:pt x="0" y="146547"/>
                    <a:pt x="0" y="94407"/>
                  </a:cubicBezTo>
                  <a:cubicBezTo>
                    <a:pt x="0" y="42267"/>
                    <a:pt x="42266" y="0"/>
                    <a:pt x="94406" y="0"/>
                  </a:cubicBezTo>
                  <a:cubicBezTo>
                    <a:pt x="146546" y="0"/>
                    <a:pt x="188813" y="42267"/>
                    <a:pt x="188813" y="9440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8" name="Freeform 157"/>
            <p:cNvSpPr/>
            <p:nvPr/>
          </p:nvSpPr>
          <p:spPr>
            <a:xfrm>
              <a:off x="6149229" y="2955198"/>
              <a:ext cx="287229" cy="287229"/>
            </a:xfrm>
            <a:custGeom>
              <a:avLst/>
              <a:gdLst/>
              <a:ahLst/>
              <a:cxnLst/>
              <a:rect l="l" t="t" r="r" b="b"/>
              <a:pathLst>
                <a:path w="287229" h="287229">
                  <a:moveTo>
                    <a:pt x="287229" y="143614"/>
                  </a:moveTo>
                  <a:cubicBezTo>
                    <a:pt x="287229" y="222931"/>
                    <a:pt x="222932" y="287229"/>
                    <a:pt x="143615" y="287229"/>
                  </a:cubicBezTo>
                  <a:cubicBezTo>
                    <a:pt x="64298" y="287229"/>
                    <a:pt x="0" y="222931"/>
                    <a:pt x="0" y="143614"/>
                  </a:cubicBezTo>
                  <a:cubicBezTo>
                    <a:pt x="0" y="64297"/>
                    <a:pt x="64298" y="0"/>
                    <a:pt x="143615" y="0"/>
                  </a:cubicBezTo>
                  <a:cubicBezTo>
                    <a:pt x="222932" y="0"/>
                    <a:pt x="287229" y="64297"/>
                    <a:pt x="287229" y="143614"/>
                  </a:cubicBezTo>
                  <a:close/>
                </a:path>
              </a:pathLst>
            </a:custGeom>
            <a:solidFill>
              <a:srgbClr val="D8D8D8"/>
            </a:solidFill>
          </p:spPr>
        </p:sp>
        <p:sp>
          <p:nvSpPr>
            <p:cNvPr id="159" name="Freeform 158"/>
            <p:cNvSpPr/>
            <p:nvPr/>
          </p:nvSpPr>
          <p:spPr>
            <a:xfrm>
              <a:off x="6199876" y="3003708"/>
              <a:ext cx="188813" cy="188813"/>
            </a:xfrm>
            <a:custGeom>
              <a:avLst/>
              <a:gdLst/>
              <a:ahLst/>
              <a:cxnLst/>
              <a:rect l="l" t="t" r="r" b="b"/>
              <a:pathLst>
                <a:path w="188813" h="188813">
                  <a:moveTo>
                    <a:pt x="188813" y="94406"/>
                  </a:moveTo>
                  <a:cubicBezTo>
                    <a:pt x="188813" y="146546"/>
                    <a:pt x="146546" y="188813"/>
                    <a:pt x="94407" y="188813"/>
                  </a:cubicBezTo>
                  <a:cubicBezTo>
                    <a:pt x="42267" y="188813"/>
                    <a:pt x="0" y="146546"/>
                    <a:pt x="0" y="94406"/>
                  </a:cubicBezTo>
                  <a:cubicBezTo>
                    <a:pt x="0" y="42266"/>
                    <a:pt x="42267" y="0"/>
                    <a:pt x="94407" y="0"/>
                  </a:cubicBezTo>
                  <a:cubicBezTo>
                    <a:pt x="146546" y="0"/>
                    <a:pt x="188813" y="42266"/>
                    <a:pt x="188813" y="9440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pic>
          <p:nvPicPr>
            <p:cNvPr id="160" name="Picture 15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95373" y="849804"/>
              <a:ext cx="1138044" cy="1813757"/>
            </a:xfrm>
            <a:prstGeom prst="rect">
              <a:avLst/>
            </a:prstGeom>
          </p:spPr>
        </p:pic>
        <p:sp>
          <p:nvSpPr>
            <p:cNvPr id="161" name="Freeform 160"/>
            <p:cNvSpPr/>
            <p:nvPr/>
          </p:nvSpPr>
          <p:spPr>
            <a:xfrm>
              <a:off x="1867334" y="4666846"/>
              <a:ext cx="1375378" cy="462918"/>
            </a:xfrm>
            <a:custGeom>
              <a:avLst/>
              <a:gdLst/>
              <a:ahLst/>
              <a:cxnLst/>
              <a:rect l="l" t="t" r="r" b="b"/>
              <a:pathLst>
                <a:path w="1375378" h="462918">
                  <a:moveTo>
                    <a:pt x="0" y="234300"/>
                  </a:moveTo>
                  <a:cubicBezTo>
                    <a:pt x="0" y="103635"/>
                    <a:pt x="93022" y="0"/>
                    <a:pt x="210323" y="0"/>
                  </a:cubicBezTo>
                  <a:lnTo>
                    <a:pt x="1166336" y="0"/>
                  </a:lnTo>
                  <a:cubicBezTo>
                    <a:pt x="1282357" y="0"/>
                    <a:pt x="1375378" y="103635"/>
                    <a:pt x="1375378" y="231470"/>
                  </a:cubicBezTo>
                  <a:cubicBezTo>
                    <a:pt x="1375378" y="359294"/>
                    <a:pt x="1282357" y="462918"/>
                    <a:pt x="1166336" y="457946"/>
                  </a:cubicBezTo>
                  <a:lnTo>
                    <a:pt x="210323" y="457946"/>
                  </a:lnTo>
                  <a:cubicBezTo>
                    <a:pt x="93022" y="462918"/>
                    <a:pt x="0" y="359294"/>
                    <a:pt x="0" y="234300"/>
                  </a:cubicBezTo>
                </a:path>
              </a:pathLst>
            </a:custGeom>
            <a:solidFill>
              <a:srgbClr val="FFFFFF"/>
            </a:solidFill>
          </p:spPr>
        </p:sp>
        <p:sp>
          <p:nvSpPr>
            <p:cNvPr id="162" name="Freeform 161"/>
            <p:cNvSpPr/>
            <p:nvPr/>
          </p:nvSpPr>
          <p:spPr>
            <a:xfrm>
              <a:off x="1912776" y="4700128"/>
              <a:ext cx="1281539" cy="395682"/>
            </a:xfrm>
            <a:custGeom>
              <a:avLst/>
              <a:gdLst/>
              <a:ahLst/>
              <a:cxnLst/>
              <a:rect l="l" t="t" r="r" b="b"/>
              <a:pathLst>
                <a:path w="1281539" h="395682">
                  <a:moveTo>
                    <a:pt x="0" y="200269"/>
                  </a:moveTo>
                  <a:cubicBezTo>
                    <a:pt x="0" y="88582"/>
                    <a:pt x="86675" y="0"/>
                    <a:pt x="195973" y="0"/>
                  </a:cubicBezTo>
                  <a:lnTo>
                    <a:pt x="1086759" y="0"/>
                  </a:lnTo>
                  <a:cubicBezTo>
                    <a:pt x="1194864" y="0"/>
                    <a:pt x="1281539" y="88582"/>
                    <a:pt x="1281539" y="197850"/>
                  </a:cubicBezTo>
                  <a:cubicBezTo>
                    <a:pt x="1281539" y="307109"/>
                    <a:pt x="1194864" y="395682"/>
                    <a:pt x="1086759" y="391433"/>
                  </a:cubicBezTo>
                  <a:lnTo>
                    <a:pt x="195973" y="391433"/>
                  </a:lnTo>
                  <a:cubicBezTo>
                    <a:pt x="86675" y="395682"/>
                    <a:pt x="0" y="307109"/>
                    <a:pt x="0" y="200269"/>
                  </a:cubicBezTo>
                </a:path>
              </a:pathLst>
            </a:custGeom>
            <a:solidFill>
              <a:srgbClr val="756271"/>
            </a:solidFill>
          </p:spPr>
        </p:sp>
        <p:sp>
          <p:nvSpPr>
            <p:cNvPr id="163" name="Freeform 162"/>
            <p:cNvSpPr/>
            <p:nvPr/>
          </p:nvSpPr>
          <p:spPr>
            <a:xfrm>
              <a:off x="3198929" y="4071936"/>
              <a:ext cx="1375378" cy="462918"/>
            </a:xfrm>
            <a:custGeom>
              <a:avLst/>
              <a:gdLst/>
              <a:ahLst/>
              <a:cxnLst/>
              <a:rect l="l" t="t" r="r" b="b"/>
              <a:pathLst>
                <a:path w="1375378" h="462918">
                  <a:moveTo>
                    <a:pt x="0" y="234300"/>
                  </a:moveTo>
                  <a:cubicBezTo>
                    <a:pt x="0" y="103635"/>
                    <a:pt x="93021" y="0"/>
                    <a:pt x="210323" y="0"/>
                  </a:cubicBezTo>
                  <a:lnTo>
                    <a:pt x="1166335" y="0"/>
                  </a:lnTo>
                  <a:cubicBezTo>
                    <a:pt x="1282357" y="0"/>
                    <a:pt x="1375378" y="103635"/>
                    <a:pt x="1375378" y="231470"/>
                  </a:cubicBezTo>
                  <a:cubicBezTo>
                    <a:pt x="1375378" y="359294"/>
                    <a:pt x="1282357" y="462918"/>
                    <a:pt x="1166335" y="457947"/>
                  </a:cubicBezTo>
                  <a:lnTo>
                    <a:pt x="210323" y="457947"/>
                  </a:lnTo>
                  <a:cubicBezTo>
                    <a:pt x="93021" y="462918"/>
                    <a:pt x="0" y="359294"/>
                    <a:pt x="0" y="234300"/>
                  </a:cubicBezTo>
                </a:path>
              </a:pathLst>
            </a:custGeom>
            <a:solidFill>
              <a:srgbClr val="FFFFFF"/>
            </a:solidFill>
          </p:spPr>
        </p:sp>
        <p:sp>
          <p:nvSpPr>
            <p:cNvPr id="164" name="Freeform 163"/>
            <p:cNvSpPr/>
            <p:nvPr/>
          </p:nvSpPr>
          <p:spPr>
            <a:xfrm>
              <a:off x="3244371" y="4105218"/>
              <a:ext cx="1281539" cy="395682"/>
            </a:xfrm>
            <a:custGeom>
              <a:avLst/>
              <a:gdLst/>
              <a:ahLst/>
              <a:cxnLst/>
              <a:rect l="l" t="t" r="r" b="b"/>
              <a:pathLst>
                <a:path w="1281539" h="395682">
                  <a:moveTo>
                    <a:pt x="0" y="200269"/>
                  </a:moveTo>
                  <a:cubicBezTo>
                    <a:pt x="0" y="88582"/>
                    <a:pt x="86675" y="0"/>
                    <a:pt x="195973" y="0"/>
                  </a:cubicBezTo>
                  <a:lnTo>
                    <a:pt x="1086758" y="0"/>
                  </a:lnTo>
                  <a:cubicBezTo>
                    <a:pt x="1194864" y="0"/>
                    <a:pt x="1281539" y="88582"/>
                    <a:pt x="1281539" y="197850"/>
                  </a:cubicBezTo>
                  <a:cubicBezTo>
                    <a:pt x="1281539" y="307109"/>
                    <a:pt x="1194864" y="395682"/>
                    <a:pt x="1086758" y="391432"/>
                  </a:cubicBezTo>
                  <a:lnTo>
                    <a:pt x="195973" y="391432"/>
                  </a:lnTo>
                  <a:cubicBezTo>
                    <a:pt x="86675" y="395682"/>
                    <a:pt x="0" y="307109"/>
                    <a:pt x="0" y="200269"/>
                  </a:cubicBezTo>
                </a:path>
              </a:pathLst>
            </a:custGeom>
            <a:solidFill>
              <a:srgbClr val="5ABB93"/>
            </a:solidFill>
          </p:spPr>
        </p:sp>
        <p:sp>
          <p:nvSpPr>
            <p:cNvPr id="165" name="Freeform 164"/>
            <p:cNvSpPr/>
            <p:nvPr/>
          </p:nvSpPr>
          <p:spPr>
            <a:xfrm>
              <a:off x="4091207" y="3377143"/>
              <a:ext cx="1375378" cy="462918"/>
            </a:xfrm>
            <a:custGeom>
              <a:avLst/>
              <a:gdLst/>
              <a:ahLst/>
              <a:cxnLst/>
              <a:rect l="l" t="t" r="r" b="b"/>
              <a:pathLst>
                <a:path w="1375378" h="462918">
                  <a:moveTo>
                    <a:pt x="0" y="234300"/>
                  </a:moveTo>
                  <a:cubicBezTo>
                    <a:pt x="0" y="103635"/>
                    <a:pt x="93021" y="0"/>
                    <a:pt x="210322" y="0"/>
                  </a:cubicBezTo>
                  <a:lnTo>
                    <a:pt x="1166335" y="0"/>
                  </a:lnTo>
                  <a:cubicBezTo>
                    <a:pt x="1282356" y="0"/>
                    <a:pt x="1375378" y="103635"/>
                    <a:pt x="1375378" y="231470"/>
                  </a:cubicBezTo>
                  <a:cubicBezTo>
                    <a:pt x="1375378" y="359294"/>
                    <a:pt x="1282356" y="462918"/>
                    <a:pt x="1166335" y="457947"/>
                  </a:cubicBezTo>
                  <a:lnTo>
                    <a:pt x="210322" y="457947"/>
                  </a:lnTo>
                  <a:cubicBezTo>
                    <a:pt x="93021" y="462918"/>
                    <a:pt x="0" y="359294"/>
                    <a:pt x="0" y="234300"/>
                  </a:cubicBezTo>
                </a:path>
              </a:pathLst>
            </a:custGeom>
            <a:solidFill>
              <a:srgbClr val="FFFFFF"/>
            </a:solidFill>
          </p:spPr>
        </p:sp>
        <p:sp>
          <p:nvSpPr>
            <p:cNvPr id="166" name="Freeform 165"/>
            <p:cNvSpPr/>
            <p:nvPr/>
          </p:nvSpPr>
          <p:spPr>
            <a:xfrm>
              <a:off x="4136649" y="3410425"/>
              <a:ext cx="1281539" cy="395682"/>
            </a:xfrm>
            <a:custGeom>
              <a:avLst/>
              <a:gdLst/>
              <a:ahLst/>
              <a:cxnLst/>
              <a:rect l="l" t="t" r="r" b="b"/>
              <a:pathLst>
                <a:path w="1281539" h="395682">
                  <a:moveTo>
                    <a:pt x="0" y="200270"/>
                  </a:moveTo>
                  <a:cubicBezTo>
                    <a:pt x="0" y="88583"/>
                    <a:pt x="86674" y="0"/>
                    <a:pt x="195972" y="0"/>
                  </a:cubicBezTo>
                  <a:lnTo>
                    <a:pt x="1086758" y="0"/>
                  </a:lnTo>
                  <a:cubicBezTo>
                    <a:pt x="1194863" y="0"/>
                    <a:pt x="1281538" y="88583"/>
                    <a:pt x="1281538" y="197851"/>
                  </a:cubicBezTo>
                  <a:cubicBezTo>
                    <a:pt x="1281538" y="307109"/>
                    <a:pt x="1194863" y="395682"/>
                    <a:pt x="1086758" y="391433"/>
                  </a:cubicBezTo>
                  <a:lnTo>
                    <a:pt x="195972" y="391433"/>
                  </a:lnTo>
                  <a:cubicBezTo>
                    <a:pt x="86674" y="395682"/>
                    <a:pt x="0" y="307109"/>
                    <a:pt x="0" y="200270"/>
                  </a:cubicBezTo>
                </a:path>
              </a:pathLst>
            </a:custGeom>
            <a:solidFill>
              <a:srgbClr val="EF5B43"/>
            </a:solidFill>
          </p:spPr>
        </p:sp>
        <p:sp>
          <p:nvSpPr>
            <p:cNvPr id="167" name="Freeform 166"/>
            <p:cNvSpPr/>
            <p:nvPr/>
          </p:nvSpPr>
          <p:spPr>
            <a:xfrm>
              <a:off x="4779993" y="2560489"/>
              <a:ext cx="1375378" cy="462918"/>
            </a:xfrm>
            <a:custGeom>
              <a:avLst/>
              <a:gdLst/>
              <a:ahLst/>
              <a:cxnLst/>
              <a:rect l="l" t="t" r="r" b="b"/>
              <a:pathLst>
                <a:path w="1375378" h="462918">
                  <a:moveTo>
                    <a:pt x="0" y="234299"/>
                  </a:moveTo>
                  <a:cubicBezTo>
                    <a:pt x="0" y="103634"/>
                    <a:pt x="93022" y="0"/>
                    <a:pt x="210323" y="0"/>
                  </a:cubicBezTo>
                  <a:lnTo>
                    <a:pt x="1166336" y="0"/>
                  </a:lnTo>
                  <a:cubicBezTo>
                    <a:pt x="1282357" y="0"/>
                    <a:pt x="1375378" y="103634"/>
                    <a:pt x="1375378" y="231469"/>
                  </a:cubicBezTo>
                  <a:cubicBezTo>
                    <a:pt x="1375378" y="359294"/>
                    <a:pt x="1282357" y="462917"/>
                    <a:pt x="1166336" y="457946"/>
                  </a:cubicBezTo>
                  <a:lnTo>
                    <a:pt x="210323" y="457946"/>
                  </a:lnTo>
                  <a:cubicBezTo>
                    <a:pt x="93022" y="462917"/>
                    <a:pt x="0" y="359294"/>
                    <a:pt x="0" y="234299"/>
                  </a:cubicBezTo>
                </a:path>
              </a:pathLst>
            </a:custGeom>
            <a:solidFill>
              <a:srgbClr val="FFFFFF"/>
            </a:solidFill>
          </p:spPr>
        </p:sp>
        <p:sp>
          <p:nvSpPr>
            <p:cNvPr id="168" name="Freeform 167"/>
            <p:cNvSpPr/>
            <p:nvPr/>
          </p:nvSpPr>
          <p:spPr>
            <a:xfrm>
              <a:off x="4825435" y="2593771"/>
              <a:ext cx="1281539" cy="395682"/>
            </a:xfrm>
            <a:custGeom>
              <a:avLst/>
              <a:gdLst/>
              <a:ahLst/>
              <a:cxnLst/>
              <a:rect l="l" t="t" r="r" b="b"/>
              <a:pathLst>
                <a:path w="1281539" h="395682">
                  <a:moveTo>
                    <a:pt x="0" y="200269"/>
                  </a:moveTo>
                  <a:cubicBezTo>
                    <a:pt x="0" y="88582"/>
                    <a:pt x="86675" y="0"/>
                    <a:pt x="195973" y="0"/>
                  </a:cubicBezTo>
                  <a:lnTo>
                    <a:pt x="1086759" y="0"/>
                  </a:lnTo>
                  <a:cubicBezTo>
                    <a:pt x="1194864" y="0"/>
                    <a:pt x="1281539" y="88582"/>
                    <a:pt x="1281539" y="197850"/>
                  </a:cubicBezTo>
                  <a:cubicBezTo>
                    <a:pt x="1281539" y="307108"/>
                    <a:pt x="1194864" y="395682"/>
                    <a:pt x="1086759" y="391432"/>
                  </a:cubicBezTo>
                  <a:lnTo>
                    <a:pt x="195973" y="391432"/>
                  </a:lnTo>
                  <a:cubicBezTo>
                    <a:pt x="86675" y="395682"/>
                    <a:pt x="0" y="307108"/>
                    <a:pt x="0" y="200269"/>
                  </a:cubicBezTo>
                </a:path>
              </a:pathLst>
            </a:custGeom>
            <a:solidFill>
              <a:srgbClr val="F2B973"/>
            </a:solidFill>
          </p:spPr>
        </p:sp>
        <p:sp>
          <p:nvSpPr>
            <p:cNvPr id="169" name="TextBox 168"/>
            <p:cNvSpPr txBox="1"/>
            <p:nvPr/>
          </p:nvSpPr>
          <p:spPr>
            <a:xfrm>
              <a:off x="1664365" y="4776606"/>
              <a:ext cx="1838760" cy="233847"/>
            </a:xfrm>
            <a:prstGeom prst="rect">
              <a:avLst/>
            </a:prstGeom>
          </p:spPr>
          <p:txBody>
            <a:bodyPr lIns="0" tIns="0" rIns="0" bIns="0" rtlCol="0" anchor="ctr">
              <a:spAutoFit/>
            </a:bodyPr>
            <a:lstStyle/>
            <a:p>
              <a:pPr algn="ctr" latinLnBrk="1">
                <a:lnSpc>
                  <a:spcPct val="116199"/>
                </a:lnSpc>
              </a:pPr>
              <a:r>
                <a:rPr lang="zh-CN" altLang="en-US" sz="1400" b="1" dirty="0">
                  <a:solidFill>
                    <a:srgbClr val="FFFFFF"/>
                  </a:solidFill>
                  <a:latin typeface="Microsoft YaHei"/>
                  <a:ea typeface="Microsoft YaHei"/>
                </a:rPr>
                <a:t>需求分析</a:t>
              </a:r>
              <a:endParaRPr lang="en-US" sz="1100" dirty="0"/>
            </a:p>
          </p:txBody>
        </p:sp>
        <p:sp>
          <p:nvSpPr>
            <p:cNvPr id="170" name="TextBox 169"/>
            <p:cNvSpPr txBox="1"/>
            <p:nvPr/>
          </p:nvSpPr>
          <p:spPr>
            <a:xfrm>
              <a:off x="2988614" y="4194139"/>
              <a:ext cx="1838760" cy="233847"/>
            </a:xfrm>
            <a:prstGeom prst="rect">
              <a:avLst/>
            </a:prstGeom>
          </p:spPr>
          <p:txBody>
            <a:bodyPr lIns="0" tIns="0" rIns="0" bIns="0" rtlCol="0" anchor="ctr">
              <a:spAutoFit/>
            </a:bodyPr>
            <a:lstStyle/>
            <a:p>
              <a:pPr algn="ctr" latinLnBrk="1">
                <a:lnSpc>
                  <a:spcPct val="116199"/>
                </a:lnSpc>
              </a:pPr>
              <a:r>
                <a:rPr lang="zh-CN" altLang="en-US" sz="1400" b="1" dirty="0">
                  <a:solidFill>
                    <a:srgbClr val="FFFFFF"/>
                  </a:solidFill>
                  <a:latin typeface="Microsoft YaHei"/>
                  <a:ea typeface="Microsoft YaHei"/>
                </a:rPr>
                <a:t>系统设计</a:t>
              </a:r>
              <a:endParaRPr lang="en-US" sz="1100" dirty="0"/>
            </a:p>
          </p:txBody>
        </p:sp>
        <p:sp>
          <p:nvSpPr>
            <p:cNvPr id="171" name="TextBox 170"/>
            <p:cNvSpPr txBox="1"/>
            <p:nvPr/>
          </p:nvSpPr>
          <p:spPr>
            <a:xfrm>
              <a:off x="3873431" y="3497940"/>
              <a:ext cx="1838760" cy="233847"/>
            </a:xfrm>
            <a:prstGeom prst="rect">
              <a:avLst/>
            </a:prstGeom>
          </p:spPr>
          <p:txBody>
            <a:bodyPr lIns="0" tIns="0" rIns="0" bIns="0" rtlCol="0" anchor="ctr">
              <a:spAutoFit/>
            </a:bodyPr>
            <a:lstStyle/>
            <a:p>
              <a:pPr algn="ctr" latinLnBrk="1">
                <a:lnSpc>
                  <a:spcPct val="116199"/>
                </a:lnSpc>
              </a:pPr>
              <a:r>
                <a:rPr lang="zh-CN" altLang="en-US" sz="1400" b="1" dirty="0">
                  <a:solidFill>
                    <a:srgbClr val="FFFFFF"/>
                  </a:solidFill>
                  <a:latin typeface="Microsoft YaHei"/>
                  <a:ea typeface="Microsoft YaHei"/>
                </a:rPr>
                <a:t>编码实现</a:t>
              </a:r>
              <a:endParaRPr lang="en-US" sz="1100" dirty="0"/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4556744" y="2672517"/>
              <a:ext cx="1838760" cy="233847"/>
            </a:xfrm>
            <a:prstGeom prst="rect">
              <a:avLst/>
            </a:prstGeom>
          </p:spPr>
          <p:txBody>
            <a:bodyPr lIns="0" tIns="0" rIns="0" bIns="0" rtlCol="0" anchor="ctr">
              <a:spAutoFit/>
            </a:bodyPr>
            <a:lstStyle/>
            <a:p>
              <a:pPr algn="ctr" latinLnBrk="1">
                <a:lnSpc>
                  <a:spcPct val="116199"/>
                </a:lnSpc>
              </a:pPr>
              <a:r>
                <a:rPr lang="zh-CN" altLang="en-US" sz="1400" b="1" dirty="0">
                  <a:solidFill>
                    <a:srgbClr val="FFFFFF"/>
                  </a:solidFill>
                  <a:latin typeface="Microsoft YaHei"/>
                  <a:ea typeface="Microsoft YaHei"/>
                </a:rPr>
                <a:t>测试</a:t>
              </a:r>
              <a:endParaRPr lang="en-US" sz="1100" dirty="0"/>
            </a:p>
          </p:txBody>
        </p:sp>
        <p:sp>
          <p:nvSpPr>
            <p:cNvPr id="173" name="TextBox 172"/>
            <p:cNvSpPr txBox="1"/>
            <p:nvPr/>
          </p:nvSpPr>
          <p:spPr>
            <a:xfrm>
              <a:off x="6443360" y="3308170"/>
              <a:ext cx="3460343" cy="200439"/>
            </a:xfrm>
            <a:prstGeom prst="rect">
              <a:avLst/>
            </a:prstGeom>
          </p:spPr>
          <p:txBody>
            <a:bodyPr lIns="0" tIns="0" rIns="0" bIns="0" rtlCol="0" anchor="ctr">
              <a:spAutoFit/>
            </a:bodyPr>
            <a:lstStyle/>
            <a:p>
              <a:pPr algn="l" latinLnBrk="1">
                <a:lnSpc>
                  <a:spcPct val="116199"/>
                </a:lnSpc>
              </a:pPr>
              <a:r>
                <a:rPr lang="zh-CN" altLang="en-US" sz="1200" dirty="0">
                  <a:solidFill>
                    <a:srgbClr val="42464B"/>
                  </a:solidFill>
                  <a:latin typeface="Microsoft YaHei"/>
                  <a:ea typeface="Microsoft YaHei"/>
                </a:rPr>
                <a:t>进行系统测试和回归测试</a:t>
              </a:r>
              <a:endParaRPr lang="en-US" sz="1100" dirty="0"/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5622028" y="4190943"/>
              <a:ext cx="3460343" cy="200439"/>
            </a:xfrm>
            <a:prstGeom prst="rect">
              <a:avLst/>
            </a:prstGeom>
          </p:spPr>
          <p:txBody>
            <a:bodyPr lIns="0" tIns="0" rIns="0" bIns="0" rtlCol="0" anchor="ctr">
              <a:spAutoFit/>
            </a:bodyPr>
            <a:lstStyle/>
            <a:p>
              <a:pPr algn="l" latinLnBrk="1">
                <a:lnSpc>
                  <a:spcPct val="116199"/>
                </a:lnSpc>
              </a:pPr>
              <a:r>
                <a:rPr lang="zh-CN" altLang="en-US" sz="1200" dirty="0">
                  <a:solidFill>
                    <a:srgbClr val="42464B"/>
                  </a:solidFill>
                  <a:latin typeface="Microsoft YaHei"/>
                  <a:ea typeface="Microsoft YaHei"/>
                </a:rPr>
                <a:t>前端</a:t>
              </a:r>
              <a:r>
                <a:rPr lang="en-US" altLang="zh-CN" sz="1200" dirty="0">
                  <a:solidFill>
                    <a:srgbClr val="42464B"/>
                  </a:solidFill>
                  <a:latin typeface="Microsoft YaHei"/>
                  <a:ea typeface="Microsoft YaHei"/>
                </a:rPr>
                <a:t>Vue</a:t>
              </a:r>
              <a:r>
                <a:rPr lang="zh-CN" altLang="en-US" sz="1200" dirty="0">
                  <a:solidFill>
                    <a:srgbClr val="42464B"/>
                  </a:solidFill>
                  <a:latin typeface="Microsoft YaHei"/>
                  <a:ea typeface="Microsoft YaHei"/>
                </a:rPr>
                <a:t>，后端</a:t>
              </a:r>
              <a:r>
                <a:rPr lang="en-US" altLang="zh-CN" sz="1200" dirty="0">
                  <a:solidFill>
                    <a:srgbClr val="42464B"/>
                  </a:solidFill>
                  <a:latin typeface="Microsoft YaHei"/>
                  <a:ea typeface="Microsoft YaHei"/>
                </a:rPr>
                <a:t>spring boot</a:t>
              </a:r>
              <a:r>
                <a:rPr lang="zh-CN" altLang="en-US" sz="1200" dirty="0">
                  <a:solidFill>
                    <a:srgbClr val="42464B"/>
                  </a:solidFill>
                  <a:latin typeface="Microsoft YaHei"/>
                  <a:ea typeface="Microsoft YaHei"/>
                </a:rPr>
                <a:t>编码实现</a:t>
              </a:r>
              <a:endParaRPr lang="en-US" sz="1100" dirty="0"/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4712598" y="4935663"/>
              <a:ext cx="3460343" cy="200439"/>
            </a:xfrm>
            <a:prstGeom prst="rect">
              <a:avLst/>
            </a:prstGeom>
          </p:spPr>
          <p:txBody>
            <a:bodyPr lIns="0" tIns="0" rIns="0" bIns="0" rtlCol="0" anchor="ctr">
              <a:spAutoFit/>
            </a:bodyPr>
            <a:lstStyle/>
            <a:p>
              <a:pPr algn="l" latinLnBrk="1">
                <a:lnSpc>
                  <a:spcPct val="116199"/>
                </a:lnSpc>
              </a:pPr>
              <a:r>
                <a:rPr lang="zh-CN" altLang="en-US" sz="1200" dirty="0">
                  <a:solidFill>
                    <a:srgbClr val="42464B"/>
                  </a:solidFill>
                  <a:latin typeface="Microsoft YaHei"/>
                  <a:ea typeface="Microsoft YaHei"/>
                </a:rPr>
                <a:t>对系统进行流程图、原型图、数据库和接口设计</a:t>
              </a:r>
              <a:endParaRPr lang="en-US" sz="1100" dirty="0"/>
            </a:p>
          </p:txBody>
        </p:sp>
        <p:sp>
          <p:nvSpPr>
            <p:cNvPr id="176" name="TextBox 175"/>
            <p:cNvSpPr txBox="1"/>
            <p:nvPr/>
          </p:nvSpPr>
          <p:spPr>
            <a:xfrm>
              <a:off x="3449669" y="5423458"/>
              <a:ext cx="3460343" cy="200439"/>
            </a:xfrm>
            <a:prstGeom prst="rect">
              <a:avLst/>
            </a:prstGeom>
          </p:spPr>
          <p:txBody>
            <a:bodyPr lIns="0" tIns="0" rIns="0" bIns="0" rtlCol="0" anchor="ctr">
              <a:spAutoFit/>
            </a:bodyPr>
            <a:lstStyle/>
            <a:p>
              <a:pPr algn="l" latinLnBrk="1">
                <a:lnSpc>
                  <a:spcPct val="116199"/>
                </a:lnSpc>
              </a:pPr>
              <a:r>
                <a:rPr lang="zh-CN" altLang="en-US" sz="1200" dirty="0">
                  <a:solidFill>
                    <a:srgbClr val="42464B"/>
                  </a:solidFill>
                  <a:latin typeface="Microsoft YaHei"/>
                  <a:ea typeface="Microsoft YaHei"/>
                </a:rPr>
                <a:t>主要通过用户反馈形成需求文档</a:t>
              </a:r>
              <a:endParaRPr lang="en-US" sz="1100" dirty="0"/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" grpId="0" animBg="1"/>
      <p:bldP spid="146" grpId="0" animBg="1"/>
      <p:bldP spid="147" grpId="0" animBg="1"/>
      <p:bldP spid="148" grpId="0" animBg="1"/>
      <p:bldP spid="149" grpId="0" animBg="1"/>
      <p:bldP spid="15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roup 1"/>
          <p:cNvGrpSpPr/>
          <p:nvPr/>
        </p:nvGrpSpPr>
        <p:grpSpPr>
          <a:xfrm>
            <a:off x="2057390" y="1562080"/>
            <a:ext cx="7426522" cy="2858795"/>
            <a:chOff x="2057390" y="1562080"/>
            <a:chExt cx="7426522" cy="2858795"/>
          </a:xfrm>
        </p:grpSpPr>
        <p:sp>
          <p:nvSpPr>
            <p:cNvPr id="103" name="Freeform 102"/>
            <p:cNvSpPr/>
            <p:nvPr/>
          </p:nvSpPr>
          <p:spPr>
            <a:xfrm>
              <a:off x="2946400" y="2298709"/>
              <a:ext cx="6168446" cy="2115916"/>
            </a:xfrm>
            <a:custGeom>
              <a:avLst/>
              <a:gdLst/>
              <a:ahLst/>
              <a:cxnLst/>
              <a:rect l="l" t="t" r="r" b="b"/>
              <a:pathLst>
                <a:path w="6168446" h="2115916">
                  <a:moveTo>
                    <a:pt x="6168446" y="2115916"/>
                  </a:moveTo>
                  <a:lnTo>
                    <a:pt x="0" y="2115916"/>
                  </a:lnTo>
                  <a:lnTo>
                    <a:pt x="0" y="0"/>
                  </a:lnTo>
                  <a:lnTo>
                    <a:pt x="6168446" y="0"/>
                  </a:lnTo>
                  <a:lnTo>
                    <a:pt x="6168446" y="2115916"/>
                  </a:lnTo>
                  <a:close/>
                  <a:moveTo>
                    <a:pt x="62760" y="2053119"/>
                  </a:moveTo>
                  <a:lnTo>
                    <a:pt x="6105686" y="2053119"/>
                  </a:lnTo>
                  <a:lnTo>
                    <a:pt x="6105686" y="62787"/>
                  </a:lnTo>
                  <a:lnTo>
                    <a:pt x="62760" y="62787"/>
                  </a:lnTo>
                  <a:lnTo>
                    <a:pt x="62760" y="2053119"/>
                  </a:lnTo>
                  <a:close/>
                </a:path>
              </a:pathLst>
            </a:custGeom>
            <a:solidFill>
              <a:srgbClr val="EF5B43"/>
            </a:solidFill>
          </p:spPr>
          <p:txBody>
            <a:bodyPr lIns="127000" rIns="127000" rtlCol="0" anchor="ctr"/>
            <a:lstStyle/>
            <a:p>
              <a:pPr algn="l"/>
              <a:endParaRPr lang="en-US" sz="1100"/>
            </a:p>
          </p:txBody>
        </p:sp>
        <p:sp>
          <p:nvSpPr>
            <p:cNvPr id="104" name="Freeform 103"/>
            <p:cNvSpPr/>
            <p:nvPr/>
          </p:nvSpPr>
          <p:spPr>
            <a:xfrm>
              <a:off x="9283700" y="2298700"/>
              <a:ext cx="200212" cy="2122175"/>
            </a:xfrm>
            <a:custGeom>
              <a:avLst/>
              <a:gdLst/>
              <a:ahLst/>
              <a:cxnLst/>
              <a:rect l="l" t="t" r="r" b="b"/>
              <a:pathLst>
                <a:path w="200212" h="2122175">
                  <a:moveTo>
                    <a:pt x="200212" y="2122175"/>
                  </a:moveTo>
                  <a:lnTo>
                    <a:pt x="0" y="2122175"/>
                  </a:lnTo>
                  <a:lnTo>
                    <a:pt x="0" y="0"/>
                  </a:lnTo>
                  <a:lnTo>
                    <a:pt x="200212" y="0"/>
                  </a:lnTo>
                  <a:lnTo>
                    <a:pt x="200212" y="2122175"/>
                  </a:lnTo>
                  <a:close/>
                </a:path>
              </a:pathLst>
            </a:custGeom>
            <a:solidFill>
              <a:srgbClr val="EF5B43"/>
            </a:solidFill>
          </p:spPr>
          <p:txBody>
            <a:bodyPr lIns="127000" rIns="127000" rtlCol="0" anchor="ctr"/>
            <a:lstStyle/>
            <a:p>
              <a:pPr algn="l"/>
              <a:endParaRPr lang="en-US" sz="1100"/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4148201" y="2767203"/>
              <a:ext cx="3692017" cy="1193800"/>
            </a:xfrm>
            <a:prstGeom prst="rect">
              <a:avLst/>
            </a:prstGeom>
          </p:spPr>
          <p:txBody>
            <a:bodyPr lIns="0" tIns="0" rIns="0" bIns="0" rtlCol="0" anchor="ctr">
              <a:spAutoFit/>
            </a:bodyPr>
            <a:lstStyle/>
            <a:p>
              <a:pPr algn="ctr" latinLnBrk="1">
                <a:lnSpc>
                  <a:spcPct val="116199"/>
                </a:lnSpc>
              </a:pPr>
              <a:r>
                <a:rPr lang="en-US" sz="6000" b="1">
                  <a:solidFill>
                    <a:srgbClr val="EF5B43"/>
                  </a:solidFill>
                  <a:latin typeface="Microsoft YaHei"/>
                  <a:ea typeface="Microsoft YaHei"/>
                </a:rPr>
                <a:t>需求分析</a:t>
              </a:r>
              <a:endParaRPr lang="en-US" sz="1100"/>
            </a:p>
          </p:txBody>
        </p:sp>
        <p:sp>
          <p:nvSpPr>
            <p:cNvPr id="106" name="Freeform 105"/>
            <p:cNvSpPr/>
            <p:nvPr/>
          </p:nvSpPr>
          <p:spPr>
            <a:xfrm>
              <a:off x="2057390" y="1562080"/>
              <a:ext cx="1346162" cy="1801635"/>
            </a:xfrm>
            <a:custGeom>
              <a:avLst/>
              <a:gdLst/>
              <a:ahLst/>
              <a:cxnLst/>
              <a:rect l="l" t="t" r="r" b="b"/>
              <a:pathLst>
                <a:path w="1346162" h="1801635">
                  <a:moveTo>
                    <a:pt x="1305758" y="68551"/>
                  </a:moveTo>
                  <a:cubicBezTo>
                    <a:pt x="1168604" y="292040"/>
                    <a:pt x="1031450" y="515529"/>
                    <a:pt x="894287" y="739018"/>
                  </a:cubicBezTo>
                  <a:cubicBezTo>
                    <a:pt x="885552" y="752570"/>
                    <a:pt x="876433" y="760749"/>
                    <a:pt x="859318" y="762489"/>
                  </a:cubicBezTo>
                  <a:cubicBezTo>
                    <a:pt x="608148" y="790890"/>
                    <a:pt x="356968" y="819300"/>
                    <a:pt x="106405" y="848733"/>
                  </a:cubicBezTo>
                  <a:cubicBezTo>
                    <a:pt x="101041" y="849108"/>
                    <a:pt x="94644" y="850099"/>
                    <a:pt x="85565" y="851274"/>
                  </a:cubicBezTo>
                  <a:cubicBezTo>
                    <a:pt x="111891" y="895757"/>
                    <a:pt x="136364" y="937133"/>
                    <a:pt x="160847" y="978509"/>
                  </a:cubicBezTo>
                  <a:cubicBezTo>
                    <a:pt x="163297" y="982648"/>
                    <a:pt x="170918" y="983731"/>
                    <a:pt x="176272" y="983357"/>
                  </a:cubicBezTo>
                  <a:cubicBezTo>
                    <a:pt x="219348" y="983023"/>
                    <a:pt x="245978" y="1009156"/>
                    <a:pt x="243235" y="1054064"/>
                  </a:cubicBezTo>
                  <a:cubicBezTo>
                    <a:pt x="243619" y="1059429"/>
                    <a:pt x="244601" y="1065815"/>
                    <a:pt x="247050" y="1069965"/>
                  </a:cubicBezTo>
                  <a:cubicBezTo>
                    <a:pt x="320005" y="1172048"/>
                    <a:pt x="393384" y="1272472"/>
                    <a:pt x="466338" y="1374566"/>
                  </a:cubicBezTo>
                  <a:cubicBezTo>
                    <a:pt x="524991" y="1457166"/>
                    <a:pt x="585274" y="1540191"/>
                    <a:pt x="644534" y="1623854"/>
                  </a:cubicBezTo>
                  <a:cubicBezTo>
                    <a:pt x="660677" y="1646425"/>
                    <a:pt x="676213" y="1667963"/>
                    <a:pt x="694806" y="1694663"/>
                  </a:cubicBezTo>
                  <a:cubicBezTo>
                    <a:pt x="634827" y="1730128"/>
                    <a:pt x="575881" y="1764955"/>
                    <a:pt x="513838" y="1801635"/>
                  </a:cubicBezTo>
                  <a:cubicBezTo>
                    <a:pt x="502441" y="1777658"/>
                    <a:pt x="489820" y="1751605"/>
                    <a:pt x="477816" y="1726596"/>
                  </a:cubicBezTo>
                  <a:cubicBezTo>
                    <a:pt x="409204" y="1587033"/>
                    <a:pt x="342241" y="1447915"/>
                    <a:pt x="274671" y="1307745"/>
                  </a:cubicBezTo>
                  <a:cubicBezTo>
                    <a:pt x="242516" y="1241592"/>
                    <a:pt x="212000" y="1175854"/>
                    <a:pt x="179835" y="1109701"/>
                  </a:cubicBezTo>
                  <a:cubicBezTo>
                    <a:pt x="176778" y="1104519"/>
                    <a:pt x="170422" y="1098497"/>
                    <a:pt x="165908" y="1095582"/>
                  </a:cubicBezTo>
                  <a:cubicBezTo>
                    <a:pt x="128935" y="1075562"/>
                    <a:pt x="118844" y="1039631"/>
                    <a:pt x="141111" y="1004146"/>
                  </a:cubicBezTo>
                  <a:cubicBezTo>
                    <a:pt x="144026" y="999632"/>
                    <a:pt x="144491" y="990968"/>
                    <a:pt x="142042" y="986828"/>
                  </a:cubicBezTo>
                  <a:cubicBezTo>
                    <a:pt x="118176" y="946495"/>
                    <a:pt x="94725" y="904502"/>
                    <a:pt x="69827" y="864775"/>
                  </a:cubicBezTo>
                  <a:cubicBezTo>
                    <a:pt x="66770" y="859603"/>
                    <a:pt x="57317" y="855413"/>
                    <a:pt x="51335" y="854755"/>
                  </a:cubicBezTo>
                  <a:cubicBezTo>
                    <a:pt x="35262" y="855889"/>
                    <a:pt x="18755" y="858662"/>
                    <a:pt x="0" y="859978"/>
                  </a:cubicBezTo>
                  <a:cubicBezTo>
                    <a:pt x="3330" y="853814"/>
                    <a:pt x="5627" y="848268"/>
                    <a:pt x="8542" y="843753"/>
                  </a:cubicBezTo>
                  <a:cubicBezTo>
                    <a:pt x="142639" y="615093"/>
                    <a:pt x="277161" y="384782"/>
                    <a:pt x="411258" y="156121"/>
                  </a:cubicBezTo>
                  <a:cubicBezTo>
                    <a:pt x="427078" y="128621"/>
                    <a:pt x="443525" y="102144"/>
                    <a:pt x="457705" y="74219"/>
                  </a:cubicBezTo>
                  <a:cubicBezTo>
                    <a:pt x="464992" y="62924"/>
                    <a:pt x="472836" y="59685"/>
                    <a:pt x="484587" y="58319"/>
                  </a:cubicBezTo>
                  <a:cubicBezTo>
                    <a:pt x="725383" y="43036"/>
                    <a:pt x="964964" y="25678"/>
                    <a:pt x="1205142" y="9362"/>
                  </a:cubicBezTo>
                  <a:cubicBezTo>
                    <a:pt x="1251315" y="7196"/>
                    <a:pt x="1297914" y="3380"/>
                    <a:pt x="1346162" y="0"/>
                  </a:cubicBezTo>
                  <a:cubicBezTo>
                    <a:pt x="1331790" y="25252"/>
                    <a:pt x="1318257" y="47206"/>
                    <a:pt x="1305758" y="68551"/>
                  </a:cubicBezTo>
                  <a:close/>
                  <a:moveTo>
                    <a:pt x="448262" y="1027972"/>
                  </a:moveTo>
                  <a:cubicBezTo>
                    <a:pt x="452310" y="971130"/>
                    <a:pt x="455954" y="915929"/>
                    <a:pt x="458555" y="861354"/>
                  </a:cubicBezTo>
                  <a:cubicBezTo>
                    <a:pt x="459861" y="849421"/>
                    <a:pt x="465650" y="847397"/>
                    <a:pt x="474719" y="846213"/>
                  </a:cubicBezTo>
                  <a:cubicBezTo>
                    <a:pt x="546894" y="838450"/>
                    <a:pt x="618451" y="829654"/>
                    <a:pt x="691041" y="820242"/>
                  </a:cubicBezTo>
                  <a:cubicBezTo>
                    <a:pt x="757852" y="812853"/>
                    <a:pt x="825685" y="804857"/>
                    <a:pt x="893538" y="796851"/>
                  </a:cubicBezTo>
                  <a:cubicBezTo>
                    <a:pt x="898902" y="796477"/>
                    <a:pt x="905947" y="789513"/>
                    <a:pt x="909286" y="783359"/>
                  </a:cubicBezTo>
                  <a:cubicBezTo>
                    <a:pt x="978385" y="671316"/>
                    <a:pt x="1046450" y="559891"/>
                    <a:pt x="1114941" y="446826"/>
                  </a:cubicBezTo>
                  <a:cubicBezTo>
                    <a:pt x="1120771" y="437797"/>
                    <a:pt x="1126591" y="428769"/>
                    <a:pt x="1132835" y="418101"/>
                  </a:cubicBezTo>
                  <a:cubicBezTo>
                    <a:pt x="1195294" y="448182"/>
                    <a:pt x="1257145" y="477230"/>
                    <a:pt x="1319604" y="507301"/>
                  </a:cubicBezTo>
                  <a:cubicBezTo>
                    <a:pt x="1297904" y="550842"/>
                    <a:pt x="1275596" y="593342"/>
                    <a:pt x="1253289" y="635841"/>
                  </a:cubicBezTo>
                  <a:cubicBezTo>
                    <a:pt x="1189879" y="759868"/>
                    <a:pt x="1125447" y="884502"/>
                    <a:pt x="1062037" y="1008528"/>
                  </a:cubicBezTo>
                  <a:cubicBezTo>
                    <a:pt x="1055367" y="1020836"/>
                    <a:pt x="1048738" y="1026160"/>
                    <a:pt x="1034730" y="1026059"/>
                  </a:cubicBezTo>
                  <a:cubicBezTo>
                    <a:pt x="843498" y="1026038"/>
                    <a:pt x="651851" y="1027658"/>
                    <a:pt x="460205" y="1029277"/>
                  </a:cubicBezTo>
                  <a:cubicBezTo>
                    <a:pt x="456905" y="1028427"/>
                    <a:pt x="452584" y="1028204"/>
                    <a:pt x="448262" y="1027972"/>
                  </a:cubicBezTo>
                  <a:close/>
                </a:path>
              </a:pathLst>
            </a:custGeom>
            <a:solidFill>
              <a:srgbClr val="EF5B43"/>
            </a:solidFill>
          </p:spPr>
          <p:txBody>
            <a:bodyPr lIns="127000" rIns="127000" rtlCol="0" anchor="ctr"/>
            <a:lstStyle/>
            <a:p>
              <a:pPr algn="l"/>
              <a:endParaRPr lang="en-US" sz="1100"/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Freeform 1"/>
          <p:cNvSpPr/>
          <p:nvPr/>
        </p:nvSpPr>
        <p:spPr>
          <a:xfrm>
            <a:off x="0" y="381000"/>
            <a:ext cx="201721" cy="201721"/>
          </a:xfrm>
          <a:custGeom>
            <a:avLst/>
            <a:gdLst/>
            <a:ahLst/>
            <a:cxnLst/>
            <a:rect l="l" t="t" r="r" b="b"/>
            <a:pathLst>
              <a:path w="201721" h="201721">
                <a:moveTo>
                  <a:pt x="201721" y="201721"/>
                </a:moveTo>
                <a:lnTo>
                  <a:pt x="0" y="201721"/>
                </a:lnTo>
                <a:lnTo>
                  <a:pt x="0" y="0"/>
                </a:lnTo>
                <a:lnTo>
                  <a:pt x="201721" y="0"/>
                </a:lnTo>
                <a:lnTo>
                  <a:pt x="201721" y="201721"/>
                </a:lnTo>
                <a:close/>
              </a:path>
            </a:pathLst>
          </a:custGeom>
          <a:solidFill>
            <a:srgbClr val="F2B973"/>
          </a:solidFill>
        </p:spPr>
        <p:txBody>
          <a:bodyPr lIns="127000" rIns="127000" rtlCol="0" anchor="ctr"/>
          <a:lstStyle/>
          <a:p>
            <a:pPr algn="l"/>
            <a:endParaRPr lang="en-US" sz="1100"/>
          </a:p>
        </p:txBody>
      </p:sp>
      <p:sp>
        <p:nvSpPr>
          <p:cNvPr id="108" name="Freeform 2"/>
          <p:cNvSpPr/>
          <p:nvPr/>
        </p:nvSpPr>
        <p:spPr>
          <a:xfrm>
            <a:off x="254000" y="381000"/>
            <a:ext cx="201721" cy="201721"/>
          </a:xfrm>
          <a:custGeom>
            <a:avLst/>
            <a:gdLst/>
            <a:ahLst/>
            <a:cxnLst/>
            <a:rect l="l" t="t" r="r" b="b"/>
            <a:pathLst>
              <a:path w="201721" h="201721">
                <a:moveTo>
                  <a:pt x="201721" y="201721"/>
                </a:moveTo>
                <a:lnTo>
                  <a:pt x="0" y="201721"/>
                </a:lnTo>
                <a:lnTo>
                  <a:pt x="0" y="0"/>
                </a:lnTo>
                <a:lnTo>
                  <a:pt x="201721" y="0"/>
                </a:lnTo>
                <a:lnTo>
                  <a:pt x="201721" y="201721"/>
                </a:lnTo>
                <a:close/>
              </a:path>
            </a:pathLst>
          </a:custGeom>
          <a:solidFill>
            <a:srgbClr val="EF5B43"/>
          </a:solidFill>
        </p:spPr>
        <p:txBody>
          <a:bodyPr lIns="127000" rIns="127000" rtlCol="0" anchor="ctr"/>
          <a:lstStyle/>
          <a:p>
            <a:pPr algn="l"/>
            <a:endParaRPr lang="en-US" sz="1100"/>
          </a:p>
        </p:txBody>
      </p:sp>
      <p:sp>
        <p:nvSpPr>
          <p:cNvPr id="109" name="Freeform 3"/>
          <p:cNvSpPr/>
          <p:nvPr/>
        </p:nvSpPr>
        <p:spPr>
          <a:xfrm>
            <a:off x="520700" y="393700"/>
            <a:ext cx="201721" cy="201721"/>
          </a:xfrm>
          <a:custGeom>
            <a:avLst/>
            <a:gdLst/>
            <a:ahLst/>
            <a:cxnLst/>
            <a:rect l="l" t="t" r="r" b="b"/>
            <a:pathLst>
              <a:path w="201721" h="201721">
                <a:moveTo>
                  <a:pt x="201721" y="201721"/>
                </a:moveTo>
                <a:lnTo>
                  <a:pt x="0" y="201721"/>
                </a:lnTo>
                <a:lnTo>
                  <a:pt x="0" y="0"/>
                </a:lnTo>
                <a:lnTo>
                  <a:pt x="201721" y="0"/>
                </a:lnTo>
                <a:lnTo>
                  <a:pt x="201721" y="201721"/>
                </a:lnTo>
                <a:close/>
              </a:path>
            </a:pathLst>
          </a:custGeom>
          <a:solidFill>
            <a:srgbClr val="756271"/>
          </a:solidFill>
        </p:spPr>
        <p:txBody>
          <a:bodyPr lIns="127000" rIns="127000" rtlCol="0" anchor="ctr"/>
          <a:lstStyle/>
          <a:p>
            <a:pPr algn="l"/>
            <a:endParaRPr lang="en-US" sz="1100"/>
          </a:p>
        </p:txBody>
      </p:sp>
      <p:sp>
        <p:nvSpPr>
          <p:cNvPr id="110" name="Freeform 4"/>
          <p:cNvSpPr/>
          <p:nvPr/>
        </p:nvSpPr>
        <p:spPr>
          <a:xfrm>
            <a:off x="787400" y="381000"/>
            <a:ext cx="201721" cy="201721"/>
          </a:xfrm>
          <a:custGeom>
            <a:avLst/>
            <a:gdLst/>
            <a:ahLst/>
            <a:cxnLst/>
            <a:rect l="l" t="t" r="r" b="b"/>
            <a:pathLst>
              <a:path w="201721" h="201721">
                <a:moveTo>
                  <a:pt x="201721" y="201721"/>
                </a:moveTo>
                <a:lnTo>
                  <a:pt x="0" y="201721"/>
                </a:lnTo>
                <a:lnTo>
                  <a:pt x="0" y="0"/>
                </a:lnTo>
                <a:lnTo>
                  <a:pt x="201721" y="0"/>
                </a:lnTo>
                <a:lnTo>
                  <a:pt x="201721" y="201721"/>
                </a:lnTo>
                <a:close/>
              </a:path>
            </a:pathLst>
          </a:custGeom>
          <a:solidFill>
            <a:srgbClr val="5ABB93"/>
          </a:solidFill>
        </p:spPr>
        <p:txBody>
          <a:bodyPr lIns="127000" rIns="127000" rtlCol="0" anchor="ctr"/>
          <a:lstStyle/>
          <a:p>
            <a:pPr algn="l"/>
            <a:endParaRPr lang="en-US" sz="1100"/>
          </a:p>
        </p:txBody>
      </p:sp>
      <p:sp>
        <p:nvSpPr>
          <p:cNvPr id="111" name="TextBox 5"/>
          <p:cNvSpPr txBox="1"/>
          <p:nvPr/>
        </p:nvSpPr>
        <p:spPr>
          <a:xfrm>
            <a:off x="993140" y="219837"/>
            <a:ext cx="2012569" cy="55880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 latinLnBrk="1">
              <a:lnSpc>
                <a:spcPct val="116199"/>
              </a:lnSpc>
            </a:pPr>
            <a:r>
              <a:rPr lang="en-US" sz="2400">
                <a:solidFill>
                  <a:srgbClr val="756271"/>
                </a:solidFill>
                <a:latin typeface="Microsoft YaHei"/>
                <a:ea typeface="Microsoft YaHei"/>
              </a:rPr>
              <a:t>需求分析</a:t>
            </a:r>
            <a:endParaRPr lang="en-US" sz="1100"/>
          </a:p>
        </p:txBody>
      </p:sp>
      <p:grpSp>
        <p:nvGrpSpPr>
          <p:cNvPr id="112" name="Group 6"/>
          <p:cNvGrpSpPr/>
          <p:nvPr/>
        </p:nvGrpSpPr>
        <p:grpSpPr>
          <a:xfrm>
            <a:off x="4483082" y="2819409"/>
            <a:ext cx="2626271" cy="3153000"/>
            <a:chOff x="4483082" y="2819409"/>
            <a:chExt cx="2626271" cy="3153000"/>
          </a:xfrm>
        </p:grpSpPr>
        <p:sp>
          <p:nvSpPr>
            <p:cNvPr id="113" name="Freeform 112"/>
            <p:cNvSpPr/>
            <p:nvPr/>
          </p:nvSpPr>
          <p:spPr>
            <a:xfrm>
              <a:off x="4483082" y="2819409"/>
              <a:ext cx="2626271" cy="2634855"/>
            </a:xfrm>
            <a:custGeom>
              <a:avLst/>
              <a:gdLst/>
              <a:ahLst/>
              <a:cxnLst/>
              <a:rect l="l" t="t" r="r" b="b"/>
              <a:pathLst>
                <a:path w="2626271" h="2634855">
                  <a:moveTo>
                    <a:pt x="1465427" y="2634855"/>
                  </a:moveTo>
                  <a:cubicBezTo>
                    <a:pt x="1463720" y="2634855"/>
                    <a:pt x="1462130" y="2633863"/>
                    <a:pt x="1461389" y="2632265"/>
                  </a:cubicBezTo>
                  <a:lnTo>
                    <a:pt x="1369649" y="2434327"/>
                  </a:lnTo>
                  <a:cubicBezTo>
                    <a:pt x="1327138" y="2436247"/>
                    <a:pt x="1295498" y="2436497"/>
                    <a:pt x="1265126" y="2435184"/>
                  </a:cubicBezTo>
                  <a:lnTo>
                    <a:pt x="1171689" y="2630594"/>
                  </a:lnTo>
                  <a:cubicBezTo>
                    <a:pt x="1170823" y="2632434"/>
                    <a:pt x="1168804" y="2633479"/>
                    <a:pt x="1166821" y="2633051"/>
                  </a:cubicBezTo>
                  <a:lnTo>
                    <a:pt x="961197" y="2592741"/>
                  </a:lnTo>
                  <a:cubicBezTo>
                    <a:pt x="959187" y="2592349"/>
                    <a:pt x="957695" y="2590624"/>
                    <a:pt x="957597" y="2588561"/>
                  </a:cubicBezTo>
                  <a:lnTo>
                    <a:pt x="947503" y="2375556"/>
                  </a:lnTo>
                  <a:cubicBezTo>
                    <a:pt x="906671" y="2361738"/>
                    <a:pt x="867634" y="2345983"/>
                    <a:pt x="831403" y="2328700"/>
                  </a:cubicBezTo>
                  <a:lnTo>
                    <a:pt x="672363" y="2469090"/>
                  </a:lnTo>
                  <a:cubicBezTo>
                    <a:pt x="670836" y="2470447"/>
                    <a:pt x="668621" y="2470590"/>
                    <a:pt x="666923" y="2469447"/>
                  </a:cubicBezTo>
                  <a:lnTo>
                    <a:pt x="493734" y="2352842"/>
                  </a:lnTo>
                  <a:cubicBezTo>
                    <a:pt x="492028" y="2351699"/>
                    <a:pt x="491322" y="2349529"/>
                    <a:pt x="492028" y="2347590"/>
                  </a:cubicBezTo>
                  <a:lnTo>
                    <a:pt x="563499" y="2151519"/>
                  </a:lnTo>
                  <a:cubicBezTo>
                    <a:pt x="528635" y="2120624"/>
                    <a:pt x="498040" y="2090417"/>
                    <a:pt x="470107" y="2059307"/>
                  </a:cubicBezTo>
                  <a:lnTo>
                    <a:pt x="273228" y="2124429"/>
                  </a:lnTo>
                  <a:cubicBezTo>
                    <a:pt x="271298" y="2125081"/>
                    <a:pt x="269190" y="2124331"/>
                    <a:pt x="268091" y="2122625"/>
                  </a:cubicBezTo>
                  <a:lnTo>
                    <a:pt x="153760" y="1946838"/>
                  </a:lnTo>
                  <a:cubicBezTo>
                    <a:pt x="152644" y="1945105"/>
                    <a:pt x="152840" y="1942837"/>
                    <a:pt x="154243" y="1941327"/>
                  </a:cubicBezTo>
                  <a:lnTo>
                    <a:pt x="292951" y="1792648"/>
                  </a:lnTo>
                  <a:cubicBezTo>
                    <a:pt x="274478" y="1753483"/>
                    <a:pt x="260061" y="1718622"/>
                    <a:pt x="248948" y="1686280"/>
                  </a:cubicBezTo>
                  <a:lnTo>
                    <a:pt x="45459" y="1673596"/>
                  </a:lnTo>
                  <a:cubicBezTo>
                    <a:pt x="43440" y="1673471"/>
                    <a:pt x="41761" y="1671998"/>
                    <a:pt x="41359" y="1670006"/>
                  </a:cubicBezTo>
                  <a:lnTo>
                    <a:pt x="411" y="1464208"/>
                  </a:lnTo>
                  <a:cubicBezTo>
                    <a:pt x="0" y="1462181"/>
                    <a:pt x="1045" y="1460144"/>
                    <a:pt x="2921" y="1459278"/>
                  </a:cubicBezTo>
                  <a:lnTo>
                    <a:pt x="184454" y="1375649"/>
                  </a:lnTo>
                  <a:cubicBezTo>
                    <a:pt x="182113" y="1332232"/>
                    <a:pt x="182113" y="1288243"/>
                    <a:pt x="184454" y="1244816"/>
                  </a:cubicBezTo>
                  <a:lnTo>
                    <a:pt x="4502" y="1155230"/>
                  </a:lnTo>
                  <a:cubicBezTo>
                    <a:pt x="2698" y="1154337"/>
                    <a:pt x="1715" y="1152327"/>
                    <a:pt x="2117" y="1150354"/>
                  </a:cubicBezTo>
                  <a:lnTo>
                    <a:pt x="43065" y="944556"/>
                  </a:lnTo>
                  <a:cubicBezTo>
                    <a:pt x="43476" y="942511"/>
                    <a:pt x="45236" y="941019"/>
                    <a:pt x="47308" y="940956"/>
                  </a:cubicBezTo>
                  <a:lnTo>
                    <a:pt x="244750" y="935044"/>
                  </a:lnTo>
                  <a:cubicBezTo>
                    <a:pt x="257685" y="898691"/>
                    <a:pt x="273496" y="860481"/>
                    <a:pt x="292996" y="818430"/>
                  </a:cubicBezTo>
                  <a:lnTo>
                    <a:pt x="160987" y="668858"/>
                  </a:lnTo>
                  <a:cubicBezTo>
                    <a:pt x="159638" y="667331"/>
                    <a:pt x="159486" y="665089"/>
                    <a:pt x="160621" y="663401"/>
                  </a:cubicBezTo>
                  <a:lnTo>
                    <a:pt x="276649" y="489338"/>
                  </a:lnTo>
                  <a:cubicBezTo>
                    <a:pt x="277801" y="487614"/>
                    <a:pt x="279972" y="486908"/>
                    <a:pt x="281902" y="487632"/>
                  </a:cubicBezTo>
                  <a:lnTo>
                    <a:pt x="468445" y="556871"/>
                  </a:lnTo>
                  <a:cubicBezTo>
                    <a:pt x="491188" y="531049"/>
                    <a:pt x="516548" y="505290"/>
                    <a:pt x="543901" y="480236"/>
                  </a:cubicBezTo>
                  <a:lnTo>
                    <a:pt x="475806" y="291838"/>
                  </a:lnTo>
                  <a:cubicBezTo>
                    <a:pt x="475118" y="289926"/>
                    <a:pt x="475806" y="287783"/>
                    <a:pt x="477476" y="286621"/>
                  </a:cubicBezTo>
                  <a:lnTo>
                    <a:pt x="648968" y="168293"/>
                  </a:lnTo>
                  <a:cubicBezTo>
                    <a:pt x="650648" y="167132"/>
                    <a:pt x="652935" y="167275"/>
                    <a:pt x="654471" y="168650"/>
                  </a:cubicBezTo>
                  <a:lnTo>
                    <a:pt x="803229" y="302100"/>
                  </a:lnTo>
                  <a:cubicBezTo>
                    <a:pt x="845436" y="281057"/>
                    <a:pt x="890199" y="262640"/>
                    <a:pt x="939856" y="245875"/>
                  </a:cubicBezTo>
                  <a:lnTo>
                    <a:pt x="951630" y="43953"/>
                  </a:lnTo>
                  <a:cubicBezTo>
                    <a:pt x="951746" y="41908"/>
                    <a:pt x="953238" y="40211"/>
                    <a:pt x="955238" y="39818"/>
                  </a:cubicBezTo>
                  <a:lnTo>
                    <a:pt x="1160005" y="375"/>
                  </a:lnTo>
                  <a:cubicBezTo>
                    <a:pt x="1162024" y="0"/>
                    <a:pt x="1164025" y="1018"/>
                    <a:pt x="1164891" y="2885"/>
                  </a:cubicBezTo>
                  <a:lnTo>
                    <a:pt x="1250655" y="187112"/>
                  </a:lnTo>
                  <a:cubicBezTo>
                    <a:pt x="1286663" y="185692"/>
                    <a:pt x="1325584" y="186246"/>
                    <a:pt x="1367148" y="188765"/>
                  </a:cubicBezTo>
                  <a:lnTo>
                    <a:pt x="1455440" y="3698"/>
                  </a:lnTo>
                  <a:cubicBezTo>
                    <a:pt x="1456315" y="1858"/>
                    <a:pt x="1458343" y="848"/>
                    <a:pt x="1460326" y="1241"/>
                  </a:cubicBezTo>
                  <a:lnTo>
                    <a:pt x="1665093" y="41542"/>
                  </a:lnTo>
                  <a:cubicBezTo>
                    <a:pt x="1667103" y="41935"/>
                    <a:pt x="1668585" y="43659"/>
                    <a:pt x="1668675" y="45713"/>
                  </a:cubicBezTo>
                  <a:lnTo>
                    <a:pt x="1678778" y="252788"/>
                  </a:lnTo>
                  <a:cubicBezTo>
                    <a:pt x="1718716" y="266855"/>
                    <a:pt x="1758619" y="284004"/>
                    <a:pt x="1797495" y="303806"/>
                  </a:cubicBezTo>
                  <a:lnTo>
                    <a:pt x="1953917" y="165203"/>
                  </a:lnTo>
                  <a:cubicBezTo>
                    <a:pt x="1955418" y="163854"/>
                    <a:pt x="1957660" y="163693"/>
                    <a:pt x="1959357" y="164836"/>
                  </a:cubicBezTo>
                  <a:lnTo>
                    <a:pt x="2133404" y="282316"/>
                  </a:lnTo>
                  <a:cubicBezTo>
                    <a:pt x="2135101" y="283460"/>
                    <a:pt x="2135807" y="285630"/>
                    <a:pt x="2135101" y="287559"/>
                  </a:cubicBezTo>
                  <a:lnTo>
                    <a:pt x="2062754" y="486265"/>
                  </a:lnTo>
                  <a:cubicBezTo>
                    <a:pt x="2094770" y="516053"/>
                    <a:pt x="2124194" y="546725"/>
                    <a:pt x="2150296" y="577521"/>
                  </a:cubicBezTo>
                  <a:lnTo>
                    <a:pt x="2353053" y="510720"/>
                  </a:lnTo>
                  <a:cubicBezTo>
                    <a:pt x="2354973" y="510095"/>
                    <a:pt x="2357064" y="510819"/>
                    <a:pt x="2358180" y="512516"/>
                  </a:cubicBezTo>
                  <a:lnTo>
                    <a:pt x="2473360" y="688303"/>
                  </a:lnTo>
                  <a:cubicBezTo>
                    <a:pt x="2474494" y="690026"/>
                    <a:pt x="2474289" y="692322"/>
                    <a:pt x="2472868" y="693822"/>
                  </a:cubicBezTo>
                  <a:lnTo>
                    <a:pt x="2324807" y="851102"/>
                  </a:lnTo>
                  <a:cubicBezTo>
                    <a:pt x="2339493" y="882578"/>
                    <a:pt x="2352293" y="914867"/>
                    <a:pt x="2362879" y="947164"/>
                  </a:cubicBezTo>
                  <a:lnTo>
                    <a:pt x="2580839" y="961544"/>
                  </a:lnTo>
                  <a:cubicBezTo>
                    <a:pt x="2582849" y="961678"/>
                    <a:pt x="2584519" y="963143"/>
                    <a:pt x="2584912" y="965135"/>
                  </a:cubicBezTo>
                  <a:lnTo>
                    <a:pt x="2625869" y="1170924"/>
                  </a:lnTo>
                  <a:cubicBezTo>
                    <a:pt x="2626271" y="1172960"/>
                    <a:pt x="2625235" y="1175005"/>
                    <a:pt x="2623350" y="1175872"/>
                  </a:cubicBezTo>
                  <a:lnTo>
                    <a:pt x="2424729" y="1267226"/>
                  </a:lnTo>
                  <a:cubicBezTo>
                    <a:pt x="2426033" y="1299818"/>
                    <a:pt x="2425757" y="1336108"/>
                    <a:pt x="2423872" y="1380892"/>
                  </a:cubicBezTo>
                  <a:lnTo>
                    <a:pt x="2622627" y="1479910"/>
                  </a:lnTo>
                  <a:cubicBezTo>
                    <a:pt x="2624440" y="1480821"/>
                    <a:pt x="2625414" y="1482831"/>
                    <a:pt x="2625012" y="1484823"/>
                  </a:cubicBezTo>
                  <a:lnTo>
                    <a:pt x="2583206" y="1689763"/>
                  </a:lnTo>
                  <a:cubicBezTo>
                    <a:pt x="2582786" y="1691782"/>
                    <a:pt x="2581044" y="1693264"/>
                    <a:pt x="2578990" y="1693336"/>
                  </a:cubicBezTo>
                  <a:lnTo>
                    <a:pt x="2357644" y="1700954"/>
                  </a:lnTo>
                  <a:cubicBezTo>
                    <a:pt x="2346567" y="1732403"/>
                    <a:pt x="2332945" y="1764978"/>
                    <a:pt x="2317107" y="1797882"/>
                  </a:cubicBezTo>
                  <a:lnTo>
                    <a:pt x="2465293" y="1965425"/>
                  </a:lnTo>
                  <a:cubicBezTo>
                    <a:pt x="2466642" y="1966953"/>
                    <a:pt x="2466794" y="1969194"/>
                    <a:pt x="2465668" y="1970891"/>
                  </a:cubicBezTo>
                  <a:lnTo>
                    <a:pt x="2349631" y="2144972"/>
                  </a:lnTo>
                  <a:cubicBezTo>
                    <a:pt x="2348470" y="2146687"/>
                    <a:pt x="2346308" y="2147402"/>
                    <a:pt x="2344361" y="2146669"/>
                  </a:cubicBezTo>
                  <a:lnTo>
                    <a:pt x="2136477" y="2068847"/>
                  </a:lnTo>
                  <a:cubicBezTo>
                    <a:pt x="2118986" y="2088398"/>
                    <a:pt x="2099745" y="2108227"/>
                    <a:pt x="2074662" y="2132539"/>
                  </a:cubicBezTo>
                  <a:lnTo>
                    <a:pt x="2150465" y="2342454"/>
                  </a:lnTo>
                  <a:cubicBezTo>
                    <a:pt x="2151162" y="2344357"/>
                    <a:pt x="2150483" y="2346492"/>
                    <a:pt x="2148813" y="2347653"/>
                  </a:cubicBezTo>
                  <a:lnTo>
                    <a:pt x="1977330" y="2466848"/>
                  </a:lnTo>
                  <a:cubicBezTo>
                    <a:pt x="1975633" y="2468027"/>
                    <a:pt x="1973346" y="2467875"/>
                    <a:pt x="1971818" y="2466508"/>
                  </a:cubicBezTo>
                  <a:lnTo>
                    <a:pt x="1806865" y="2318490"/>
                  </a:lnTo>
                  <a:cubicBezTo>
                    <a:pt x="1767954" y="2338301"/>
                    <a:pt x="1728024" y="2355459"/>
                    <a:pt x="1688113" y="2369518"/>
                  </a:cubicBezTo>
                  <a:lnTo>
                    <a:pt x="1674642" y="2590357"/>
                  </a:lnTo>
                  <a:cubicBezTo>
                    <a:pt x="1674526" y="2592393"/>
                    <a:pt x="1673043" y="2594090"/>
                    <a:pt x="1671060" y="2594474"/>
                  </a:cubicBezTo>
                  <a:lnTo>
                    <a:pt x="1466293" y="2634766"/>
                  </a:lnTo>
                  <a:cubicBezTo>
                    <a:pt x="1466007" y="2634828"/>
                    <a:pt x="1465721" y="2634855"/>
                    <a:pt x="1465427" y="2634855"/>
                  </a:cubicBezTo>
                  <a:close/>
                  <a:moveTo>
                    <a:pt x="1372436" y="2425252"/>
                  </a:moveTo>
                  <a:cubicBezTo>
                    <a:pt x="1374169" y="2425252"/>
                    <a:pt x="1375750" y="2426253"/>
                    <a:pt x="1376483" y="2427834"/>
                  </a:cubicBezTo>
                  <a:lnTo>
                    <a:pt x="1467999" y="2625316"/>
                  </a:lnTo>
                  <a:lnTo>
                    <a:pt x="1665950" y="2586364"/>
                  </a:lnTo>
                  <a:lnTo>
                    <a:pt x="1679394" y="2365999"/>
                  </a:lnTo>
                  <a:cubicBezTo>
                    <a:pt x="1679510" y="2364204"/>
                    <a:pt x="1680680" y="2362640"/>
                    <a:pt x="1682378" y="2362042"/>
                  </a:cubicBezTo>
                  <a:cubicBezTo>
                    <a:pt x="1723772" y="2347617"/>
                    <a:pt x="1765203" y="2329816"/>
                    <a:pt x="1805534" y="2309130"/>
                  </a:cubicBezTo>
                  <a:cubicBezTo>
                    <a:pt x="1807169" y="2308272"/>
                    <a:pt x="1809161" y="2308558"/>
                    <a:pt x="1810537" y="2309782"/>
                  </a:cubicBezTo>
                  <a:lnTo>
                    <a:pt x="1975132" y="2457478"/>
                  </a:lnTo>
                  <a:lnTo>
                    <a:pt x="2140907" y="2342267"/>
                  </a:lnTo>
                  <a:lnTo>
                    <a:pt x="2065291" y="2132852"/>
                  </a:lnTo>
                  <a:cubicBezTo>
                    <a:pt x="2064693" y="2131191"/>
                    <a:pt x="2065122" y="2129342"/>
                    <a:pt x="2066390" y="2128109"/>
                  </a:cubicBezTo>
                  <a:cubicBezTo>
                    <a:pt x="2093305" y="2102091"/>
                    <a:pt x="2113502" y="2081271"/>
                    <a:pt x="2131849" y="2060603"/>
                  </a:cubicBezTo>
                  <a:cubicBezTo>
                    <a:pt x="2133082" y="2059227"/>
                    <a:pt x="2135030" y="2058771"/>
                    <a:pt x="2136745" y="2059388"/>
                  </a:cubicBezTo>
                  <a:lnTo>
                    <a:pt x="2344173" y="2137050"/>
                  </a:lnTo>
                  <a:lnTo>
                    <a:pt x="2456334" y="1968784"/>
                  </a:lnTo>
                  <a:lnTo>
                    <a:pt x="2308451" y="1801589"/>
                  </a:lnTo>
                  <a:cubicBezTo>
                    <a:pt x="2307254" y="1800232"/>
                    <a:pt x="2306986" y="1798284"/>
                    <a:pt x="2307781" y="1796659"/>
                  </a:cubicBezTo>
                  <a:cubicBezTo>
                    <a:pt x="2324512" y="1762146"/>
                    <a:pt x="2338796" y="1727982"/>
                    <a:pt x="2350239" y="1695113"/>
                  </a:cubicBezTo>
                  <a:cubicBezTo>
                    <a:pt x="2350846" y="1693371"/>
                    <a:pt x="2352454" y="1692184"/>
                    <a:pt x="2354294" y="1692112"/>
                  </a:cubicBezTo>
                  <a:lnTo>
                    <a:pt x="2575167" y="1684511"/>
                  </a:lnTo>
                  <a:lnTo>
                    <a:pt x="2615579" y="1486395"/>
                  </a:lnTo>
                  <a:lnTo>
                    <a:pt x="2417306" y="1387618"/>
                  </a:lnTo>
                  <a:cubicBezTo>
                    <a:pt x="2415734" y="1386814"/>
                    <a:pt x="2414760" y="1385180"/>
                    <a:pt x="2414832" y="1383411"/>
                  </a:cubicBezTo>
                  <a:cubicBezTo>
                    <a:pt x="2416877" y="1336162"/>
                    <a:pt x="2417154" y="1298407"/>
                    <a:pt x="2415689" y="1264600"/>
                  </a:cubicBezTo>
                  <a:cubicBezTo>
                    <a:pt x="2415609" y="1262787"/>
                    <a:pt x="2416636" y="1261099"/>
                    <a:pt x="2418289" y="1260340"/>
                  </a:cubicBezTo>
                  <a:lnTo>
                    <a:pt x="2616436" y="1169209"/>
                  </a:lnTo>
                  <a:lnTo>
                    <a:pt x="2576837" y="970244"/>
                  </a:lnTo>
                  <a:lnTo>
                    <a:pt x="2359279" y="955899"/>
                  </a:lnTo>
                  <a:cubicBezTo>
                    <a:pt x="2357456" y="955774"/>
                    <a:pt x="2355893" y="954560"/>
                    <a:pt x="2355331" y="952809"/>
                  </a:cubicBezTo>
                  <a:cubicBezTo>
                    <a:pt x="2344379" y="918957"/>
                    <a:pt x="2330953" y="885097"/>
                    <a:pt x="2315437" y="852156"/>
                  </a:cubicBezTo>
                  <a:cubicBezTo>
                    <a:pt x="2314650" y="850495"/>
                    <a:pt x="2314972" y="848521"/>
                    <a:pt x="2316232" y="847172"/>
                  </a:cubicBezTo>
                  <a:lnTo>
                    <a:pt x="2463971" y="690259"/>
                  </a:lnTo>
                  <a:lnTo>
                    <a:pt x="2352597" y="520295"/>
                  </a:lnTo>
                  <a:lnTo>
                    <a:pt x="2150224" y="586962"/>
                  </a:lnTo>
                  <a:cubicBezTo>
                    <a:pt x="2148473" y="587534"/>
                    <a:pt x="2146607" y="586989"/>
                    <a:pt x="2145427" y="585605"/>
                  </a:cubicBezTo>
                  <a:cubicBezTo>
                    <a:pt x="2118486" y="553620"/>
                    <a:pt x="2087909" y="521724"/>
                    <a:pt x="2054518" y="490820"/>
                  </a:cubicBezTo>
                  <a:cubicBezTo>
                    <a:pt x="2053196" y="489597"/>
                    <a:pt x="2052732" y="487694"/>
                    <a:pt x="2053348" y="485997"/>
                  </a:cubicBezTo>
                  <a:lnTo>
                    <a:pt x="2125525" y="287783"/>
                  </a:lnTo>
                  <a:lnTo>
                    <a:pt x="1957231" y="174188"/>
                  </a:lnTo>
                  <a:lnTo>
                    <a:pt x="1801121" y="312524"/>
                  </a:lnTo>
                  <a:cubicBezTo>
                    <a:pt x="1799737" y="313747"/>
                    <a:pt x="1797772" y="313989"/>
                    <a:pt x="1796146" y="313158"/>
                  </a:cubicBezTo>
                  <a:cubicBezTo>
                    <a:pt x="1755859" y="292490"/>
                    <a:pt x="1714437" y="274680"/>
                    <a:pt x="1672998" y="260237"/>
                  </a:cubicBezTo>
                  <a:cubicBezTo>
                    <a:pt x="1671283" y="259638"/>
                    <a:pt x="1670095" y="258058"/>
                    <a:pt x="1670015" y="256235"/>
                  </a:cubicBezTo>
                  <a:lnTo>
                    <a:pt x="1659938" y="49643"/>
                  </a:lnTo>
                  <a:lnTo>
                    <a:pt x="1461996" y="10691"/>
                  </a:lnTo>
                  <a:lnTo>
                    <a:pt x="1373901" y="195347"/>
                  </a:lnTo>
                  <a:cubicBezTo>
                    <a:pt x="1373115" y="197000"/>
                    <a:pt x="1371409" y="197938"/>
                    <a:pt x="1369596" y="197884"/>
                  </a:cubicBezTo>
                  <a:cubicBezTo>
                    <a:pt x="1326093" y="195151"/>
                    <a:pt x="1285377" y="194570"/>
                    <a:pt x="1248065" y="196169"/>
                  </a:cubicBezTo>
                  <a:cubicBezTo>
                    <a:pt x="1246216" y="196330"/>
                    <a:pt x="1244590" y="195231"/>
                    <a:pt x="1243831" y="193588"/>
                  </a:cubicBezTo>
                  <a:lnTo>
                    <a:pt x="1158272" y="9825"/>
                  </a:lnTo>
                  <a:lnTo>
                    <a:pt x="960330" y="47955"/>
                  </a:lnTo>
                  <a:lnTo>
                    <a:pt x="948592" y="249412"/>
                  </a:lnTo>
                  <a:cubicBezTo>
                    <a:pt x="948485" y="251243"/>
                    <a:pt x="947279" y="252815"/>
                    <a:pt x="945546" y="253395"/>
                  </a:cubicBezTo>
                  <a:cubicBezTo>
                    <a:pt x="894076" y="270642"/>
                    <a:pt x="847938" y="289632"/>
                    <a:pt x="804506" y="311461"/>
                  </a:cubicBezTo>
                  <a:cubicBezTo>
                    <a:pt x="802863" y="312283"/>
                    <a:pt x="800897" y="312024"/>
                    <a:pt x="799531" y="310800"/>
                  </a:cubicBezTo>
                  <a:lnTo>
                    <a:pt x="651130" y="177662"/>
                  </a:lnTo>
                  <a:lnTo>
                    <a:pt x="485373" y="292034"/>
                  </a:lnTo>
                  <a:lnTo>
                    <a:pt x="553307" y="480004"/>
                  </a:lnTo>
                  <a:cubicBezTo>
                    <a:pt x="553923" y="481710"/>
                    <a:pt x="553450" y="483621"/>
                    <a:pt x="552110" y="484845"/>
                  </a:cubicBezTo>
                  <a:cubicBezTo>
                    <a:pt x="523337" y="511051"/>
                    <a:pt x="496762" y="538043"/>
                    <a:pt x="473126" y="565079"/>
                  </a:cubicBezTo>
                  <a:cubicBezTo>
                    <a:pt x="471911" y="566482"/>
                    <a:pt x="469964" y="566982"/>
                    <a:pt x="468222" y="566330"/>
                  </a:cubicBezTo>
                  <a:lnTo>
                    <a:pt x="282107" y="497242"/>
                  </a:lnTo>
                  <a:lnTo>
                    <a:pt x="169947" y="665509"/>
                  </a:lnTo>
                  <a:lnTo>
                    <a:pt x="301616" y="814696"/>
                  </a:lnTo>
                  <a:cubicBezTo>
                    <a:pt x="302795" y="816027"/>
                    <a:pt x="303072" y="817939"/>
                    <a:pt x="302322" y="819555"/>
                  </a:cubicBezTo>
                  <a:cubicBezTo>
                    <a:pt x="281848" y="863518"/>
                    <a:pt x="265429" y="903211"/>
                    <a:pt x="252137" y="940921"/>
                  </a:cubicBezTo>
                  <a:cubicBezTo>
                    <a:pt x="251530" y="942662"/>
                    <a:pt x="249913" y="943841"/>
                    <a:pt x="248073" y="943904"/>
                  </a:cubicBezTo>
                  <a:lnTo>
                    <a:pt x="51123" y="949790"/>
                  </a:lnTo>
                  <a:lnTo>
                    <a:pt x="11532" y="1148737"/>
                  </a:lnTo>
                  <a:lnTo>
                    <a:pt x="191055" y="1238109"/>
                  </a:lnTo>
                  <a:cubicBezTo>
                    <a:pt x="192654" y="1238903"/>
                    <a:pt x="193628" y="1240583"/>
                    <a:pt x="193520" y="1242369"/>
                  </a:cubicBezTo>
                  <a:cubicBezTo>
                    <a:pt x="190983" y="1287439"/>
                    <a:pt x="190983" y="1333134"/>
                    <a:pt x="193520" y="1378195"/>
                  </a:cubicBezTo>
                  <a:cubicBezTo>
                    <a:pt x="193628" y="1380026"/>
                    <a:pt x="192600" y="1381741"/>
                    <a:pt x="190930" y="1382509"/>
                  </a:cubicBezTo>
                  <a:lnTo>
                    <a:pt x="9844" y="1465923"/>
                  </a:lnTo>
                  <a:lnTo>
                    <a:pt x="49434" y="1664879"/>
                  </a:lnTo>
                  <a:lnTo>
                    <a:pt x="252486" y="1677526"/>
                  </a:lnTo>
                  <a:cubicBezTo>
                    <a:pt x="254290" y="1677642"/>
                    <a:pt x="255845" y="1678839"/>
                    <a:pt x="256434" y="1680554"/>
                  </a:cubicBezTo>
                  <a:cubicBezTo>
                    <a:pt x="267806" y="1714120"/>
                    <a:pt x="282822" y="1750437"/>
                    <a:pt x="302304" y="1791559"/>
                  </a:cubicBezTo>
                  <a:cubicBezTo>
                    <a:pt x="303090" y="1793220"/>
                    <a:pt x="302786" y="1795194"/>
                    <a:pt x="301536" y="1796543"/>
                  </a:cubicBezTo>
                  <a:lnTo>
                    <a:pt x="163149" y="1944891"/>
                  </a:lnTo>
                  <a:lnTo>
                    <a:pt x="273692" y="2114854"/>
                  </a:lnTo>
                  <a:lnTo>
                    <a:pt x="470080" y="2049902"/>
                  </a:lnTo>
                  <a:cubicBezTo>
                    <a:pt x="471768" y="2049322"/>
                    <a:pt x="473617" y="2049840"/>
                    <a:pt x="474797" y="2051162"/>
                  </a:cubicBezTo>
                  <a:cubicBezTo>
                    <a:pt x="503623" y="2083450"/>
                    <a:pt x="535316" y="2114747"/>
                    <a:pt x="571682" y="2146830"/>
                  </a:cubicBezTo>
                  <a:cubicBezTo>
                    <a:pt x="573057" y="2148045"/>
                    <a:pt x="573558" y="2149992"/>
                    <a:pt x="572923" y="2151725"/>
                  </a:cubicBezTo>
                  <a:lnTo>
                    <a:pt x="501604" y="2347376"/>
                  </a:lnTo>
                  <a:lnTo>
                    <a:pt x="669049" y="2460104"/>
                  </a:lnTo>
                  <a:lnTo>
                    <a:pt x="827714" y="2320036"/>
                  </a:lnTo>
                  <a:cubicBezTo>
                    <a:pt x="829063" y="2318857"/>
                    <a:pt x="830983" y="2318571"/>
                    <a:pt x="832600" y="2319357"/>
                  </a:cubicBezTo>
                  <a:cubicBezTo>
                    <a:pt x="870100" y="2337399"/>
                    <a:pt x="910691" y="2353771"/>
                    <a:pt x="953238" y="2368035"/>
                  </a:cubicBezTo>
                  <a:cubicBezTo>
                    <a:pt x="954979" y="2368625"/>
                    <a:pt x="956185" y="2370232"/>
                    <a:pt x="956275" y="2372072"/>
                  </a:cubicBezTo>
                  <a:lnTo>
                    <a:pt x="966342" y="2584640"/>
                  </a:lnTo>
                  <a:lnTo>
                    <a:pt x="1165142" y="2623619"/>
                  </a:lnTo>
                  <a:lnTo>
                    <a:pt x="1258355" y="2428646"/>
                  </a:lnTo>
                  <a:cubicBezTo>
                    <a:pt x="1259132" y="2427021"/>
                    <a:pt x="1260767" y="2425824"/>
                    <a:pt x="1262580" y="2426110"/>
                  </a:cubicBezTo>
                  <a:cubicBezTo>
                    <a:pt x="1294274" y="2427583"/>
                    <a:pt x="1327049" y="2427360"/>
                    <a:pt x="1372231" y="2425261"/>
                  </a:cubicBezTo>
                  <a:cubicBezTo>
                    <a:pt x="1372302" y="2425252"/>
                    <a:pt x="1372374" y="2425252"/>
                    <a:pt x="1372436" y="2425252"/>
                  </a:cubicBezTo>
                  <a:close/>
                  <a:moveTo>
                    <a:pt x="1312863" y="2330361"/>
                  </a:moveTo>
                  <a:cubicBezTo>
                    <a:pt x="1112724" y="2330361"/>
                    <a:pt x="918569" y="2270830"/>
                    <a:pt x="751392" y="2158200"/>
                  </a:cubicBezTo>
                  <a:cubicBezTo>
                    <a:pt x="290325" y="1846972"/>
                    <a:pt x="166910" y="1216413"/>
                    <a:pt x="476297" y="752585"/>
                  </a:cubicBezTo>
                  <a:cubicBezTo>
                    <a:pt x="663931" y="471787"/>
                    <a:pt x="977213" y="304155"/>
                    <a:pt x="1314328" y="304155"/>
                  </a:cubicBezTo>
                  <a:cubicBezTo>
                    <a:pt x="1514396" y="304155"/>
                    <a:pt x="1708238" y="363614"/>
                    <a:pt x="1874897" y="476110"/>
                  </a:cubicBezTo>
                  <a:cubicBezTo>
                    <a:pt x="2336366" y="787588"/>
                    <a:pt x="2459764" y="1418147"/>
                    <a:pt x="2149974" y="1881716"/>
                  </a:cubicBezTo>
                  <a:cubicBezTo>
                    <a:pt x="1962591" y="2162639"/>
                    <a:pt x="1649648" y="2330361"/>
                    <a:pt x="1312863" y="2330361"/>
                  </a:cubicBezTo>
                  <a:close/>
                  <a:moveTo>
                    <a:pt x="1314328" y="313104"/>
                  </a:moveTo>
                  <a:cubicBezTo>
                    <a:pt x="980197" y="313104"/>
                    <a:pt x="669692" y="479254"/>
                    <a:pt x="483711" y="757560"/>
                  </a:cubicBezTo>
                  <a:cubicBezTo>
                    <a:pt x="177057" y="1217297"/>
                    <a:pt x="299365" y="1842300"/>
                    <a:pt x="756367" y="2150769"/>
                  </a:cubicBezTo>
                  <a:cubicBezTo>
                    <a:pt x="922071" y="2262408"/>
                    <a:pt x="1114501" y="2321420"/>
                    <a:pt x="1312863" y="2321420"/>
                  </a:cubicBezTo>
                  <a:cubicBezTo>
                    <a:pt x="1646673" y="2321420"/>
                    <a:pt x="1956838" y="2155181"/>
                    <a:pt x="2142560" y="1876741"/>
                  </a:cubicBezTo>
                  <a:cubicBezTo>
                    <a:pt x="2449616" y="1417263"/>
                    <a:pt x="2327308" y="792260"/>
                    <a:pt x="1869913" y="483532"/>
                  </a:cubicBezTo>
                  <a:cubicBezTo>
                    <a:pt x="1704736" y="372036"/>
                    <a:pt x="1512619" y="313104"/>
                    <a:pt x="1314328" y="313104"/>
                  </a:cubicBezTo>
                  <a:close/>
                </a:path>
              </a:pathLst>
            </a:custGeom>
            <a:solidFill>
              <a:srgbClr val="5ABB93"/>
            </a:solidFill>
          </p:spPr>
          <p:txBody>
            <a:bodyPr lIns="127000" rIns="127000" rtlCol="0" anchor="ctr"/>
            <a:lstStyle/>
            <a:p>
              <a:pPr algn="l"/>
              <a:endParaRPr lang="en-US" sz="1100"/>
            </a:p>
          </p:txBody>
        </p:sp>
        <p:sp>
          <p:nvSpPr>
            <p:cNvPr id="114" name="Freeform 113"/>
            <p:cNvSpPr/>
            <p:nvPr/>
          </p:nvSpPr>
          <p:spPr>
            <a:xfrm>
              <a:off x="5410156" y="5143478"/>
              <a:ext cx="762913" cy="828931"/>
            </a:xfrm>
            <a:custGeom>
              <a:avLst/>
              <a:gdLst/>
              <a:ahLst/>
              <a:cxnLst/>
              <a:rect l="l" t="t" r="r" b="b"/>
              <a:pathLst>
                <a:path w="762913" h="828931">
                  <a:moveTo>
                    <a:pt x="0" y="0"/>
                  </a:moveTo>
                  <a:lnTo>
                    <a:pt x="762913" y="0"/>
                  </a:lnTo>
                  <a:lnTo>
                    <a:pt x="762913" y="358364"/>
                  </a:lnTo>
                  <a:lnTo>
                    <a:pt x="0" y="358364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78803" y="397638"/>
                  </a:moveTo>
                  <a:lnTo>
                    <a:pt x="684111" y="397638"/>
                  </a:lnTo>
                  <a:lnTo>
                    <a:pt x="684111" y="542814"/>
                  </a:lnTo>
                  <a:lnTo>
                    <a:pt x="78803" y="542814"/>
                  </a:lnTo>
                  <a:lnTo>
                    <a:pt x="78803" y="397638"/>
                  </a:lnTo>
                  <a:lnTo>
                    <a:pt x="78803" y="397638"/>
                  </a:lnTo>
                  <a:lnTo>
                    <a:pt x="78803" y="397638"/>
                  </a:lnTo>
                  <a:close/>
                  <a:moveTo>
                    <a:pt x="92050" y="576476"/>
                  </a:moveTo>
                  <a:lnTo>
                    <a:pt x="670166" y="576476"/>
                  </a:lnTo>
                  <a:lnTo>
                    <a:pt x="670166" y="686566"/>
                  </a:lnTo>
                  <a:lnTo>
                    <a:pt x="92050" y="686566"/>
                  </a:lnTo>
                  <a:lnTo>
                    <a:pt x="92050" y="576476"/>
                  </a:lnTo>
                  <a:lnTo>
                    <a:pt x="92050" y="576476"/>
                  </a:lnTo>
                  <a:lnTo>
                    <a:pt x="92050" y="576476"/>
                  </a:lnTo>
                  <a:close/>
                  <a:moveTo>
                    <a:pt x="256625" y="718827"/>
                  </a:moveTo>
                  <a:lnTo>
                    <a:pt x="505584" y="718827"/>
                  </a:lnTo>
                  <a:lnTo>
                    <a:pt x="505584" y="828931"/>
                  </a:lnTo>
                  <a:lnTo>
                    <a:pt x="256625" y="828931"/>
                  </a:lnTo>
                  <a:lnTo>
                    <a:pt x="256625" y="718827"/>
                  </a:lnTo>
                  <a:lnTo>
                    <a:pt x="256625" y="718827"/>
                  </a:lnTo>
                  <a:lnTo>
                    <a:pt x="256625" y="718827"/>
                  </a:lnTo>
                  <a:close/>
                </a:path>
              </a:pathLst>
            </a:custGeom>
            <a:solidFill>
              <a:srgbClr val="5ABB93"/>
            </a:solidFill>
          </p:spPr>
          <p:txBody>
            <a:bodyPr lIns="127000" rIns="127000" rtlCol="0" anchor="ctr"/>
            <a:lstStyle/>
            <a:p>
              <a:pPr algn="l"/>
              <a:endParaRPr lang="en-US" sz="1100"/>
            </a:p>
          </p:txBody>
        </p:sp>
        <p:sp>
          <p:nvSpPr>
            <p:cNvPr id="115" name="Freeform 114"/>
            <p:cNvSpPr/>
            <p:nvPr/>
          </p:nvSpPr>
          <p:spPr>
            <a:xfrm>
              <a:off x="4838691" y="3174991"/>
              <a:ext cx="1901017" cy="1874736"/>
            </a:xfrm>
            <a:custGeom>
              <a:avLst/>
              <a:gdLst/>
              <a:ahLst/>
              <a:cxnLst/>
              <a:rect l="l" t="t" r="r" b="b"/>
              <a:pathLst>
                <a:path w="1901017" h="1874736">
                  <a:moveTo>
                    <a:pt x="679235" y="1874736"/>
                  </a:moveTo>
                  <a:cubicBezTo>
                    <a:pt x="286788" y="1757356"/>
                    <a:pt x="0" y="1390965"/>
                    <a:pt x="0" y="956645"/>
                  </a:cubicBezTo>
                  <a:cubicBezTo>
                    <a:pt x="0" y="428433"/>
                    <a:pt x="425150" y="0"/>
                    <a:pt x="950088" y="0"/>
                  </a:cubicBezTo>
                  <a:cubicBezTo>
                    <a:pt x="1475027" y="0"/>
                    <a:pt x="1901017" y="428433"/>
                    <a:pt x="1901017" y="956645"/>
                  </a:cubicBezTo>
                  <a:cubicBezTo>
                    <a:pt x="1901017" y="1390965"/>
                    <a:pt x="1614229" y="1757356"/>
                    <a:pt x="1220941" y="1874736"/>
                  </a:cubicBezTo>
                  <a:lnTo>
                    <a:pt x="679235" y="1874736"/>
                  </a:lnTo>
                  <a:lnTo>
                    <a:pt x="679235" y="1874736"/>
                  </a:lnTo>
                  <a:lnTo>
                    <a:pt x="679235" y="1874736"/>
                  </a:lnTo>
                  <a:close/>
                </a:path>
              </a:pathLst>
            </a:custGeom>
            <a:solidFill>
              <a:srgbClr val="5ABB93"/>
            </a:solidFill>
          </p:spPr>
          <p:txBody>
            <a:bodyPr lIns="127000" rIns="127000" rtlCol="0" anchor="ctr"/>
            <a:lstStyle/>
            <a:p>
              <a:pPr algn="l"/>
              <a:endParaRPr lang="en-US" sz="1100"/>
            </a:p>
          </p:txBody>
        </p:sp>
      </p:grpSp>
      <p:grpSp>
        <p:nvGrpSpPr>
          <p:cNvPr id="116" name="Group 7"/>
          <p:cNvGrpSpPr/>
          <p:nvPr/>
        </p:nvGrpSpPr>
        <p:grpSpPr>
          <a:xfrm>
            <a:off x="2920992" y="3568704"/>
            <a:ext cx="1242185" cy="1246246"/>
            <a:chOff x="2920992" y="3568704"/>
            <a:chExt cx="1242185" cy="1246246"/>
          </a:xfrm>
        </p:grpSpPr>
        <p:sp>
          <p:nvSpPr>
            <p:cNvPr id="117" name="Freeform 116"/>
            <p:cNvSpPr/>
            <p:nvPr/>
          </p:nvSpPr>
          <p:spPr>
            <a:xfrm>
              <a:off x="2920992" y="3568704"/>
              <a:ext cx="1242185" cy="1246246"/>
            </a:xfrm>
            <a:custGeom>
              <a:avLst/>
              <a:gdLst/>
              <a:ahLst/>
              <a:cxnLst/>
              <a:rect l="l" t="t" r="r" b="b"/>
              <a:pathLst>
                <a:path w="1242185" h="1246246">
                  <a:moveTo>
                    <a:pt x="693123" y="1246246"/>
                  </a:moveTo>
                  <a:cubicBezTo>
                    <a:pt x="692316" y="1246246"/>
                    <a:pt x="691564" y="1245777"/>
                    <a:pt x="691214" y="1245021"/>
                  </a:cubicBezTo>
                  <a:lnTo>
                    <a:pt x="647822" y="1151400"/>
                  </a:lnTo>
                  <a:cubicBezTo>
                    <a:pt x="627715" y="1152308"/>
                    <a:pt x="612750" y="1152426"/>
                    <a:pt x="598384" y="1151805"/>
                  </a:cubicBezTo>
                  <a:lnTo>
                    <a:pt x="554190" y="1244231"/>
                  </a:lnTo>
                  <a:cubicBezTo>
                    <a:pt x="553780" y="1245101"/>
                    <a:pt x="552825" y="1245596"/>
                    <a:pt x="551887" y="1245393"/>
                  </a:cubicBezTo>
                  <a:lnTo>
                    <a:pt x="454630" y="1226327"/>
                  </a:lnTo>
                  <a:cubicBezTo>
                    <a:pt x="453680" y="1226142"/>
                    <a:pt x="452974" y="1225326"/>
                    <a:pt x="452928" y="1224350"/>
                  </a:cubicBezTo>
                  <a:lnTo>
                    <a:pt x="448153" y="1123602"/>
                  </a:lnTo>
                  <a:cubicBezTo>
                    <a:pt x="428841" y="1117066"/>
                    <a:pt x="410377" y="1109614"/>
                    <a:pt x="393240" y="1101440"/>
                  </a:cubicBezTo>
                  <a:lnTo>
                    <a:pt x="318017" y="1167842"/>
                  </a:lnTo>
                  <a:cubicBezTo>
                    <a:pt x="317294" y="1168484"/>
                    <a:pt x="316247" y="1168552"/>
                    <a:pt x="315444" y="1168011"/>
                  </a:cubicBezTo>
                  <a:lnTo>
                    <a:pt x="233528" y="1112859"/>
                  </a:lnTo>
                  <a:cubicBezTo>
                    <a:pt x="232721" y="1112318"/>
                    <a:pt x="232387" y="1111291"/>
                    <a:pt x="232721" y="1110375"/>
                  </a:cubicBezTo>
                  <a:lnTo>
                    <a:pt x="266526" y="1017636"/>
                  </a:lnTo>
                  <a:cubicBezTo>
                    <a:pt x="250035" y="1003023"/>
                    <a:pt x="235564" y="988736"/>
                    <a:pt x="222353" y="974021"/>
                  </a:cubicBezTo>
                  <a:lnTo>
                    <a:pt x="129232" y="1004823"/>
                  </a:lnTo>
                  <a:cubicBezTo>
                    <a:pt x="128319" y="1005131"/>
                    <a:pt x="127322" y="1004776"/>
                    <a:pt x="126803" y="1003969"/>
                  </a:cubicBezTo>
                  <a:lnTo>
                    <a:pt x="72726" y="920825"/>
                  </a:lnTo>
                  <a:cubicBezTo>
                    <a:pt x="72198" y="920005"/>
                    <a:pt x="72291" y="918932"/>
                    <a:pt x="72954" y="918218"/>
                  </a:cubicBezTo>
                  <a:lnTo>
                    <a:pt x="138561" y="847896"/>
                  </a:lnTo>
                  <a:cubicBezTo>
                    <a:pt x="129823" y="829371"/>
                    <a:pt x="123004" y="812882"/>
                    <a:pt x="117748" y="797585"/>
                  </a:cubicBezTo>
                  <a:lnTo>
                    <a:pt x="21501" y="791586"/>
                  </a:lnTo>
                  <a:cubicBezTo>
                    <a:pt x="20546" y="791527"/>
                    <a:pt x="19752" y="790830"/>
                    <a:pt x="19562" y="789888"/>
                  </a:cubicBezTo>
                  <a:lnTo>
                    <a:pt x="194" y="692548"/>
                  </a:lnTo>
                  <a:cubicBezTo>
                    <a:pt x="0" y="691589"/>
                    <a:pt x="494" y="690626"/>
                    <a:pt x="1381" y="690216"/>
                  </a:cubicBezTo>
                  <a:lnTo>
                    <a:pt x="87243" y="650661"/>
                  </a:lnTo>
                  <a:cubicBezTo>
                    <a:pt x="86136" y="630126"/>
                    <a:pt x="86136" y="609319"/>
                    <a:pt x="87243" y="588779"/>
                  </a:cubicBezTo>
                  <a:lnTo>
                    <a:pt x="2129" y="546407"/>
                  </a:lnTo>
                  <a:cubicBezTo>
                    <a:pt x="1276" y="545984"/>
                    <a:pt x="811" y="545034"/>
                    <a:pt x="1001" y="544100"/>
                  </a:cubicBezTo>
                  <a:lnTo>
                    <a:pt x="20369" y="446761"/>
                  </a:lnTo>
                  <a:cubicBezTo>
                    <a:pt x="20563" y="445793"/>
                    <a:pt x="21395" y="445088"/>
                    <a:pt x="22376" y="445058"/>
                  </a:cubicBezTo>
                  <a:lnTo>
                    <a:pt x="115762" y="442262"/>
                  </a:lnTo>
                  <a:cubicBezTo>
                    <a:pt x="121880" y="425067"/>
                    <a:pt x="129359" y="406995"/>
                    <a:pt x="138582" y="387105"/>
                  </a:cubicBezTo>
                  <a:lnTo>
                    <a:pt x="76144" y="316360"/>
                  </a:lnTo>
                  <a:cubicBezTo>
                    <a:pt x="75506" y="315637"/>
                    <a:pt x="75434" y="314577"/>
                    <a:pt x="75971" y="313779"/>
                  </a:cubicBezTo>
                  <a:lnTo>
                    <a:pt x="130850" y="231449"/>
                  </a:lnTo>
                  <a:cubicBezTo>
                    <a:pt x="131395" y="230634"/>
                    <a:pt x="132422" y="230300"/>
                    <a:pt x="133335" y="230643"/>
                  </a:cubicBezTo>
                  <a:lnTo>
                    <a:pt x="221567" y="263392"/>
                  </a:lnTo>
                  <a:cubicBezTo>
                    <a:pt x="232324" y="251178"/>
                    <a:pt x="244319" y="238995"/>
                    <a:pt x="257256" y="227145"/>
                  </a:cubicBezTo>
                  <a:lnTo>
                    <a:pt x="225048" y="138035"/>
                  </a:lnTo>
                  <a:cubicBezTo>
                    <a:pt x="224723" y="137131"/>
                    <a:pt x="225048" y="136117"/>
                    <a:pt x="225838" y="135568"/>
                  </a:cubicBezTo>
                  <a:lnTo>
                    <a:pt x="306951" y="79600"/>
                  </a:lnTo>
                  <a:cubicBezTo>
                    <a:pt x="307746" y="79051"/>
                    <a:pt x="308827" y="79119"/>
                    <a:pt x="309554" y="79769"/>
                  </a:cubicBezTo>
                  <a:lnTo>
                    <a:pt x="379914" y="142889"/>
                  </a:lnTo>
                  <a:cubicBezTo>
                    <a:pt x="399878" y="132936"/>
                    <a:pt x="421050" y="124225"/>
                    <a:pt x="444537" y="116295"/>
                  </a:cubicBezTo>
                  <a:lnTo>
                    <a:pt x="450105" y="20790"/>
                  </a:lnTo>
                  <a:cubicBezTo>
                    <a:pt x="450160" y="19822"/>
                    <a:pt x="450866" y="19019"/>
                    <a:pt x="451812" y="18834"/>
                  </a:cubicBezTo>
                  <a:lnTo>
                    <a:pt x="548664" y="178"/>
                  </a:lnTo>
                  <a:cubicBezTo>
                    <a:pt x="549619" y="0"/>
                    <a:pt x="550565" y="482"/>
                    <a:pt x="550975" y="1365"/>
                  </a:cubicBezTo>
                  <a:lnTo>
                    <a:pt x="591540" y="88502"/>
                  </a:lnTo>
                  <a:cubicBezTo>
                    <a:pt x="608571" y="87830"/>
                    <a:pt x="626980" y="88092"/>
                    <a:pt x="646639" y="89283"/>
                  </a:cubicBezTo>
                  <a:lnTo>
                    <a:pt x="688400" y="1749"/>
                  </a:lnTo>
                  <a:cubicBezTo>
                    <a:pt x="688814" y="879"/>
                    <a:pt x="689773" y="402"/>
                    <a:pt x="690711" y="587"/>
                  </a:cubicBezTo>
                  <a:lnTo>
                    <a:pt x="787562" y="19649"/>
                  </a:lnTo>
                  <a:cubicBezTo>
                    <a:pt x="788513" y="19835"/>
                    <a:pt x="789214" y="20650"/>
                    <a:pt x="789257" y="21622"/>
                  </a:cubicBezTo>
                  <a:lnTo>
                    <a:pt x="794035" y="119565"/>
                  </a:lnTo>
                  <a:cubicBezTo>
                    <a:pt x="812925" y="126219"/>
                    <a:pt x="831799" y="134330"/>
                    <a:pt x="850186" y="143696"/>
                  </a:cubicBezTo>
                  <a:lnTo>
                    <a:pt x="924172" y="78139"/>
                  </a:lnTo>
                  <a:cubicBezTo>
                    <a:pt x="924882" y="77501"/>
                    <a:pt x="925942" y="77425"/>
                    <a:pt x="926745" y="77965"/>
                  </a:cubicBezTo>
                  <a:lnTo>
                    <a:pt x="1009066" y="133532"/>
                  </a:lnTo>
                  <a:cubicBezTo>
                    <a:pt x="1009869" y="134072"/>
                    <a:pt x="1010203" y="135099"/>
                    <a:pt x="1009869" y="136011"/>
                  </a:cubicBezTo>
                  <a:lnTo>
                    <a:pt x="975650" y="229996"/>
                  </a:lnTo>
                  <a:cubicBezTo>
                    <a:pt x="990793" y="244085"/>
                    <a:pt x="1004710" y="258593"/>
                    <a:pt x="1017056" y="273159"/>
                  </a:cubicBezTo>
                  <a:lnTo>
                    <a:pt x="1112957" y="241563"/>
                  </a:lnTo>
                  <a:cubicBezTo>
                    <a:pt x="1113865" y="241267"/>
                    <a:pt x="1114854" y="241610"/>
                    <a:pt x="1115382" y="242412"/>
                  </a:cubicBezTo>
                  <a:lnTo>
                    <a:pt x="1169860" y="325557"/>
                  </a:lnTo>
                  <a:cubicBezTo>
                    <a:pt x="1170397" y="326372"/>
                    <a:pt x="1170299" y="327458"/>
                    <a:pt x="1169628" y="328168"/>
                  </a:cubicBezTo>
                  <a:lnTo>
                    <a:pt x="1099597" y="402559"/>
                  </a:lnTo>
                  <a:cubicBezTo>
                    <a:pt x="1106543" y="417446"/>
                    <a:pt x="1112597" y="432718"/>
                    <a:pt x="1117604" y="447994"/>
                  </a:cubicBezTo>
                  <a:lnTo>
                    <a:pt x="1220696" y="454796"/>
                  </a:lnTo>
                  <a:cubicBezTo>
                    <a:pt x="1221647" y="454859"/>
                    <a:pt x="1222437" y="455552"/>
                    <a:pt x="1222623" y="456494"/>
                  </a:cubicBezTo>
                  <a:lnTo>
                    <a:pt x="1241995" y="553829"/>
                  </a:lnTo>
                  <a:cubicBezTo>
                    <a:pt x="1242185" y="554792"/>
                    <a:pt x="1241695" y="555760"/>
                    <a:pt x="1240803" y="556170"/>
                  </a:cubicBezTo>
                  <a:lnTo>
                    <a:pt x="1146859" y="599379"/>
                  </a:lnTo>
                  <a:cubicBezTo>
                    <a:pt x="1147475" y="614794"/>
                    <a:pt x="1147344" y="631959"/>
                    <a:pt x="1146453" y="653141"/>
                  </a:cubicBezTo>
                  <a:lnTo>
                    <a:pt x="1240461" y="699975"/>
                  </a:lnTo>
                  <a:cubicBezTo>
                    <a:pt x="1241319" y="700406"/>
                    <a:pt x="1241779" y="701357"/>
                    <a:pt x="1241589" y="702299"/>
                  </a:cubicBezTo>
                  <a:lnTo>
                    <a:pt x="1221816" y="799232"/>
                  </a:lnTo>
                  <a:cubicBezTo>
                    <a:pt x="1221617" y="800187"/>
                    <a:pt x="1220793" y="800888"/>
                    <a:pt x="1219821" y="800922"/>
                  </a:cubicBezTo>
                  <a:lnTo>
                    <a:pt x="1115128" y="804526"/>
                  </a:lnTo>
                  <a:cubicBezTo>
                    <a:pt x="1109889" y="819401"/>
                    <a:pt x="1103446" y="834808"/>
                    <a:pt x="1095955" y="850371"/>
                  </a:cubicBezTo>
                  <a:lnTo>
                    <a:pt x="1166045" y="929616"/>
                  </a:lnTo>
                  <a:cubicBezTo>
                    <a:pt x="1166683" y="930339"/>
                    <a:pt x="1166755" y="931399"/>
                    <a:pt x="1166222" y="932202"/>
                  </a:cubicBezTo>
                  <a:lnTo>
                    <a:pt x="1111338" y="1014539"/>
                  </a:lnTo>
                  <a:cubicBezTo>
                    <a:pt x="1110789" y="1015351"/>
                    <a:pt x="1109767" y="1015689"/>
                    <a:pt x="1108846" y="1015342"/>
                  </a:cubicBezTo>
                  <a:lnTo>
                    <a:pt x="1010520" y="978533"/>
                  </a:lnTo>
                  <a:cubicBezTo>
                    <a:pt x="1002247" y="987781"/>
                    <a:pt x="993146" y="997159"/>
                    <a:pt x="981282" y="1008659"/>
                  </a:cubicBezTo>
                  <a:lnTo>
                    <a:pt x="1017136" y="1107945"/>
                  </a:lnTo>
                  <a:cubicBezTo>
                    <a:pt x="1017466" y="1108845"/>
                    <a:pt x="1017145" y="1109855"/>
                    <a:pt x="1016354" y="1110404"/>
                  </a:cubicBezTo>
                  <a:lnTo>
                    <a:pt x="935246" y="1166782"/>
                  </a:lnTo>
                  <a:cubicBezTo>
                    <a:pt x="934443" y="1167339"/>
                    <a:pt x="933361" y="1167267"/>
                    <a:pt x="932639" y="1166621"/>
                  </a:cubicBezTo>
                  <a:lnTo>
                    <a:pt x="854618" y="1096611"/>
                  </a:lnTo>
                  <a:cubicBezTo>
                    <a:pt x="836214" y="1105981"/>
                    <a:pt x="817328" y="1114097"/>
                    <a:pt x="798450" y="1120746"/>
                  </a:cubicBezTo>
                  <a:lnTo>
                    <a:pt x="792079" y="1225199"/>
                  </a:lnTo>
                  <a:cubicBezTo>
                    <a:pt x="792024" y="1226163"/>
                    <a:pt x="791323" y="1226965"/>
                    <a:pt x="790385" y="1227147"/>
                  </a:cubicBezTo>
                  <a:lnTo>
                    <a:pt x="693533" y="1246204"/>
                  </a:lnTo>
                  <a:cubicBezTo>
                    <a:pt x="693398" y="1246234"/>
                    <a:pt x="693263" y="1246246"/>
                    <a:pt x="693123" y="1246246"/>
                  </a:cubicBezTo>
                  <a:close/>
                  <a:moveTo>
                    <a:pt x="649140" y="1147108"/>
                  </a:moveTo>
                  <a:cubicBezTo>
                    <a:pt x="649960" y="1147108"/>
                    <a:pt x="650708" y="1147581"/>
                    <a:pt x="651054" y="1148329"/>
                  </a:cubicBezTo>
                  <a:lnTo>
                    <a:pt x="694340" y="1241734"/>
                  </a:lnTo>
                  <a:lnTo>
                    <a:pt x="787968" y="1223311"/>
                  </a:lnTo>
                  <a:lnTo>
                    <a:pt x="794327" y="1119082"/>
                  </a:lnTo>
                  <a:cubicBezTo>
                    <a:pt x="794382" y="1118232"/>
                    <a:pt x="794935" y="1117493"/>
                    <a:pt x="795738" y="1117210"/>
                  </a:cubicBezTo>
                  <a:cubicBezTo>
                    <a:pt x="815317" y="1110387"/>
                    <a:pt x="834913" y="1101968"/>
                    <a:pt x="853989" y="1092183"/>
                  </a:cubicBezTo>
                  <a:cubicBezTo>
                    <a:pt x="854762" y="1091778"/>
                    <a:pt x="855704" y="1091913"/>
                    <a:pt x="856355" y="1092492"/>
                  </a:cubicBezTo>
                  <a:lnTo>
                    <a:pt x="934206" y="1162350"/>
                  </a:lnTo>
                  <a:lnTo>
                    <a:pt x="1012615" y="1107857"/>
                  </a:lnTo>
                  <a:lnTo>
                    <a:pt x="976850" y="1008807"/>
                  </a:lnTo>
                  <a:cubicBezTo>
                    <a:pt x="976567" y="1008021"/>
                    <a:pt x="976770" y="1007146"/>
                    <a:pt x="977370" y="1006563"/>
                  </a:cubicBezTo>
                  <a:cubicBezTo>
                    <a:pt x="990100" y="994257"/>
                    <a:pt x="999653" y="984410"/>
                    <a:pt x="1008331" y="974634"/>
                  </a:cubicBezTo>
                  <a:cubicBezTo>
                    <a:pt x="1008914" y="973983"/>
                    <a:pt x="1009835" y="973768"/>
                    <a:pt x="1010646" y="974059"/>
                  </a:cubicBezTo>
                  <a:lnTo>
                    <a:pt x="1108757" y="1010792"/>
                  </a:lnTo>
                  <a:lnTo>
                    <a:pt x="1161807" y="931205"/>
                  </a:lnTo>
                  <a:lnTo>
                    <a:pt x="1091861" y="852124"/>
                  </a:lnTo>
                  <a:cubicBezTo>
                    <a:pt x="1091295" y="851482"/>
                    <a:pt x="1091168" y="850561"/>
                    <a:pt x="1091544" y="849792"/>
                  </a:cubicBezTo>
                  <a:cubicBezTo>
                    <a:pt x="1099457" y="833469"/>
                    <a:pt x="1106213" y="817309"/>
                    <a:pt x="1111626" y="801763"/>
                  </a:cubicBezTo>
                  <a:cubicBezTo>
                    <a:pt x="1111913" y="800939"/>
                    <a:pt x="1112673" y="800377"/>
                    <a:pt x="1113544" y="800343"/>
                  </a:cubicBezTo>
                  <a:lnTo>
                    <a:pt x="1218013" y="796748"/>
                  </a:lnTo>
                  <a:lnTo>
                    <a:pt x="1237127" y="703042"/>
                  </a:lnTo>
                  <a:lnTo>
                    <a:pt x="1143348" y="656322"/>
                  </a:lnTo>
                  <a:cubicBezTo>
                    <a:pt x="1142604" y="655942"/>
                    <a:pt x="1142143" y="655169"/>
                    <a:pt x="1142177" y="654333"/>
                  </a:cubicBezTo>
                  <a:cubicBezTo>
                    <a:pt x="1143145" y="631984"/>
                    <a:pt x="1143276" y="614127"/>
                    <a:pt x="1142583" y="598137"/>
                  </a:cubicBezTo>
                  <a:cubicBezTo>
                    <a:pt x="1142545" y="597279"/>
                    <a:pt x="1143031" y="596481"/>
                    <a:pt x="1143812" y="596122"/>
                  </a:cubicBezTo>
                  <a:lnTo>
                    <a:pt x="1237533" y="553018"/>
                  </a:lnTo>
                  <a:lnTo>
                    <a:pt x="1218803" y="458911"/>
                  </a:lnTo>
                  <a:lnTo>
                    <a:pt x="1115901" y="452126"/>
                  </a:lnTo>
                  <a:cubicBezTo>
                    <a:pt x="1115040" y="452067"/>
                    <a:pt x="1114300" y="451492"/>
                    <a:pt x="1114034" y="450664"/>
                  </a:cubicBezTo>
                  <a:cubicBezTo>
                    <a:pt x="1108854" y="434653"/>
                    <a:pt x="1102504" y="418638"/>
                    <a:pt x="1095165" y="403057"/>
                  </a:cubicBezTo>
                  <a:cubicBezTo>
                    <a:pt x="1094793" y="402271"/>
                    <a:pt x="1094945" y="401338"/>
                    <a:pt x="1095541" y="400700"/>
                  </a:cubicBezTo>
                  <a:lnTo>
                    <a:pt x="1165419" y="326482"/>
                  </a:lnTo>
                  <a:lnTo>
                    <a:pt x="1112741" y="246092"/>
                  </a:lnTo>
                  <a:lnTo>
                    <a:pt x="1017022" y="277624"/>
                  </a:lnTo>
                  <a:cubicBezTo>
                    <a:pt x="1016194" y="277895"/>
                    <a:pt x="1015311" y="277637"/>
                    <a:pt x="1014753" y="276982"/>
                  </a:cubicBezTo>
                  <a:cubicBezTo>
                    <a:pt x="1002010" y="261854"/>
                    <a:pt x="987548" y="246768"/>
                    <a:pt x="971754" y="232151"/>
                  </a:cubicBezTo>
                  <a:cubicBezTo>
                    <a:pt x="971129" y="231572"/>
                    <a:pt x="970909" y="230672"/>
                    <a:pt x="971201" y="229869"/>
                  </a:cubicBezTo>
                  <a:lnTo>
                    <a:pt x="1005340" y="136117"/>
                  </a:lnTo>
                  <a:lnTo>
                    <a:pt x="925739" y="82388"/>
                  </a:lnTo>
                  <a:lnTo>
                    <a:pt x="851902" y="147819"/>
                  </a:lnTo>
                  <a:cubicBezTo>
                    <a:pt x="851247" y="148398"/>
                    <a:pt x="850317" y="148512"/>
                    <a:pt x="849548" y="148119"/>
                  </a:cubicBezTo>
                  <a:cubicBezTo>
                    <a:pt x="830493" y="138343"/>
                    <a:pt x="810902" y="129920"/>
                    <a:pt x="791302" y="123088"/>
                  </a:cubicBezTo>
                  <a:cubicBezTo>
                    <a:pt x="790490" y="122805"/>
                    <a:pt x="789928" y="122058"/>
                    <a:pt x="789890" y="121196"/>
                  </a:cubicBezTo>
                  <a:lnTo>
                    <a:pt x="785124" y="23481"/>
                  </a:lnTo>
                  <a:lnTo>
                    <a:pt x="691501" y="5057"/>
                  </a:lnTo>
                  <a:lnTo>
                    <a:pt x="649833" y="92397"/>
                  </a:lnTo>
                  <a:cubicBezTo>
                    <a:pt x="649461" y="93178"/>
                    <a:pt x="648654" y="93622"/>
                    <a:pt x="647797" y="93596"/>
                  </a:cubicBezTo>
                  <a:cubicBezTo>
                    <a:pt x="627221" y="92304"/>
                    <a:pt x="607963" y="92029"/>
                    <a:pt x="590315" y="92785"/>
                  </a:cubicBezTo>
                  <a:cubicBezTo>
                    <a:pt x="589440" y="92861"/>
                    <a:pt x="588671" y="92342"/>
                    <a:pt x="588312" y="91564"/>
                  </a:cubicBezTo>
                  <a:lnTo>
                    <a:pt x="547844" y="4647"/>
                  </a:lnTo>
                  <a:lnTo>
                    <a:pt x="454221" y="22682"/>
                  </a:lnTo>
                  <a:lnTo>
                    <a:pt x="448669" y="117968"/>
                  </a:lnTo>
                  <a:cubicBezTo>
                    <a:pt x="448618" y="118834"/>
                    <a:pt x="448048" y="119578"/>
                    <a:pt x="447228" y="119852"/>
                  </a:cubicBezTo>
                  <a:cubicBezTo>
                    <a:pt x="422883" y="128010"/>
                    <a:pt x="401061" y="136992"/>
                    <a:pt x="380518" y="147316"/>
                  </a:cubicBezTo>
                  <a:cubicBezTo>
                    <a:pt x="379741" y="147705"/>
                    <a:pt x="378811" y="147583"/>
                    <a:pt x="378165" y="147004"/>
                  </a:cubicBezTo>
                  <a:lnTo>
                    <a:pt x="307974" y="84032"/>
                  </a:lnTo>
                  <a:lnTo>
                    <a:pt x="229573" y="138128"/>
                  </a:lnTo>
                  <a:lnTo>
                    <a:pt x="261705" y="227035"/>
                  </a:lnTo>
                  <a:cubicBezTo>
                    <a:pt x="261997" y="227842"/>
                    <a:pt x="261773" y="228746"/>
                    <a:pt x="261139" y="229325"/>
                  </a:cubicBezTo>
                  <a:cubicBezTo>
                    <a:pt x="247530" y="241720"/>
                    <a:pt x="234960" y="254486"/>
                    <a:pt x="223781" y="267274"/>
                  </a:cubicBezTo>
                  <a:cubicBezTo>
                    <a:pt x="223206" y="267937"/>
                    <a:pt x="222285" y="268174"/>
                    <a:pt x="221461" y="267866"/>
                  </a:cubicBezTo>
                  <a:lnTo>
                    <a:pt x="133432" y="235188"/>
                  </a:lnTo>
                  <a:lnTo>
                    <a:pt x="80382" y="314776"/>
                  </a:lnTo>
                  <a:lnTo>
                    <a:pt x="142659" y="385339"/>
                  </a:lnTo>
                  <a:cubicBezTo>
                    <a:pt x="143217" y="385969"/>
                    <a:pt x="143348" y="386873"/>
                    <a:pt x="142993" y="387637"/>
                  </a:cubicBezTo>
                  <a:cubicBezTo>
                    <a:pt x="133309" y="408431"/>
                    <a:pt x="125543" y="427205"/>
                    <a:pt x="119257" y="445041"/>
                  </a:cubicBezTo>
                  <a:cubicBezTo>
                    <a:pt x="118969" y="445865"/>
                    <a:pt x="118205" y="446423"/>
                    <a:pt x="117334" y="446452"/>
                  </a:cubicBezTo>
                  <a:lnTo>
                    <a:pt x="24180" y="449236"/>
                  </a:lnTo>
                  <a:lnTo>
                    <a:pt x="5454" y="543335"/>
                  </a:lnTo>
                  <a:lnTo>
                    <a:pt x="90365" y="585607"/>
                  </a:lnTo>
                  <a:cubicBezTo>
                    <a:pt x="91122" y="585983"/>
                    <a:pt x="91582" y="586777"/>
                    <a:pt x="91532" y="587622"/>
                  </a:cubicBezTo>
                  <a:cubicBezTo>
                    <a:pt x="90332" y="608939"/>
                    <a:pt x="90332" y="630552"/>
                    <a:pt x="91532" y="651865"/>
                  </a:cubicBezTo>
                  <a:cubicBezTo>
                    <a:pt x="91582" y="652731"/>
                    <a:pt x="91096" y="653543"/>
                    <a:pt x="90306" y="653906"/>
                  </a:cubicBezTo>
                  <a:lnTo>
                    <a:pt x="4656" y="693360"/>
                  </a:lnTo>
                  <a:lnTo>
                    <a:pt x="23381" y="787463"/>
                  </a:lnTo>
                  <a:lnTo>
                    <a:pt x="119421" y="793445"/>
                  </a:lnTo>
                  <a:cubicBezTo>
                    <a:pt x="120275" y="793500"/>
                    <a:pt x="121010" y="794066"/>
                    <a:pt x="121289" y="794877"/>
                  </a:cubicBezTo>
                  <a:cubicBezTo>
                    <a:pt x="126667" y="810753"/>
                    <a:pt x="133770" y="827930"/>
                    <a:pt x="142985" y="847380"/>
                  </a:cubicBezTo>
                  <a:cubicBezTo>
                    <a:pt x="143356" y="848166"/>
                    <a:pt x="143213" y="849100"/>
                    <a:pt x="142621" y="849738"/>
                  </a:cubicBezTo>
                  <a:lnTo>
                    <a:pt x="77166" y="919904"/>
                  </a:lnTo>
                  <a:lnTo>
                    <a:pt x="129452" y="1000294"/>
                  </a:lnTo>
                  <a:lnTo>
                    <a:pt x="222340" y="969573"/>
                  </a:lnTo>
                  <a:cubicBezTo>
                    <a:pt x="223139" y="969298"/>
                    <a:pt x="224013" y="969543"/>
                    <a:pt x="224571" y="970168"/>
                  </a:cubicBezTo>
                  <a:cubicBezTo>
                    <a:pt x="238205" y="985440"/>
                    <a:pt x="253196" y="1000243"/>
                    <a:pt x="270396" y="1015418"/>
                  </a:cubicBezTo>
                  <a:cubicBezTo>
                    <a:pt x="271047" y="1015993"/>
                    <a:pt x="271283" y="1016914"/>
                    <a:pt x="270983" y="1017733"/>
                  </a:cubicBezTo>
                  <a:lnTo>
                    <a:pt x="237250" y="1110273"/>
                  </a:lnTo>
                  <a:lnTo>
                    <a:pt x="316449" y="1163592"/>
                  </a:lnTo>
                  <a:lnTo>
                    <a:pt x="391495" y="1097342"/>
                  </a:lnTo>
                  <a:cubicBezTo>
                    <a:pt x="392133" y="1096784"/>
                    <a:pt x="393042" y="1096649"/>
                    <a:pt x="393806" y="1097021"/>
                  </a:cubicBezTo>
                  <a:cubicBezTo>
                    <a:pt x="411543" y="1105554"/>
                    <a:pt x="430742" y="1113298"/>
                    <a:pt x="450866" y="1120045"/>
                  </a:cubicBezTo>
                  <a:cubicBezTo>
                    <a:pt x="451690" y="1120324"/>
                    <a:pt x="452260" y="1121084"/>
                    <a:pt x="452302" y="1121954"/>
                  </a:cubicBezTo>
                  <a:lnTo>
                    <a:pt x="457064" y="1222496"/>
                  </a:lnTo>
                  <a:lnTo>
                    <a:pt x="551093" y="1240932"/>
                  </a:lnTo>
                  <a:lnTo>
                    <a:pt x="595182" y="1148713"/>
                  </a:lnTo>
                  <a:cubicBezTo>
                    <a:pt x="595549" y="1147944"/>
                    <a:pt x="596323" y="1147378"/>
                    <a:pt x="597180" y="1147513"/>
                  </a:cubicBezTo>
                  <a:cubicBezTo>
                    <a:pt x="612171" y="1148210"/>
                    <a:pt x="627673" y="1148105"/>
                    <a:pt x="649043" y="1147112"/>
                  </a:cubicBezTo>
                  <a:cubicBezTo>
                    <a:pt x="649077" y="1147108"/>
                    <a:pt x="649111" y="1147108"/>
                    <a:pt x="649140" y="1147108"/>
                  </a:cubicBezTo>
                  <a:close/>
                  <a:moveTo>
                    <a:pt x="620963" y="1102225"/>
                  </a:moveTo>
                  <a:cubicBezTo>
                    <a:pt x="526300" y="1102225"/>
                    <a:pt x="434468" y="1074068"/>
                    <a:pt x="355396" y="1020796"/>
                  </a:cubicBezTo>
                  <a:cubicBezTo>
                    <a:pt x="137319" y="873590"/>
                    <a:pt x="78945" y="575345"/>
                    <a:pt x="225281" y="355961"/>
                  </a:cubicBezTo>
                  <a:cubicBezTo>
                    <a:pt x="314028" y="223148"/>
                    <a:pt x="462206" y="143861"/>
                    <a:pt x="621656" y="143861"/>
                  </a:cubicBezTo>
                  <a:cubicBezTo>
                    <a:pt x="716285" y="143861"/>
                    <a:pt x="807969" y="171984"/>
                    <a:pt x="886797" y="225193"/>
                  </a:cubicBezTo>
                  <a:cubicBezTo>
                    <a:pt x="1105064" y="372518"/>
                    <a:pt x="1163429" y="670762"/>
                    <a:pt x="1016904" y="890023"/>
                  </a:cubicBezTo>
                  <a:cubicBezTo>
                    <a:pt x="928274" y="1022896"/>
                    <a:pt x="780257" y="1102225"/>
                    <a:pt x="620963" y="1102225"/>
                  </a:cubicBezTo>
                  <a:close/>
                  <a:moveTo>
                    <a:pt x="621656" y="148094"/>
                  </a:moveTo>
                  <a:cubicBezTo>
                    <a:pt x="463617" y="148094"/>
                    <a:pt x="316754" y="226680"/>
                    <a:pt x="228787" y="358314"/>
                  </a:cubicBezTo>
                  <a:cubicBezTo>
                    <a:pt x="83745" y="575763"/>
                    <a:pt x="141595" y="871380"/>
                    <a:pt x="357749" y="1017281"/>
                  </a:cubicBezTo>
                  <a:cubicBezTo>
                    <a:pt x="436125" y="1070085"/>
                    <a:pt x="527141" y="1097997"/>
                    <a:pt x="620963" y="1097997"/>
                  </a:cubicBezTo>
                  <a:cubicBezTo>
                    <a:pt x="778850" y="1097997"/>
                    <a:pt x="925553" y="1019368"/>
                    <a:pt x="1013397" y="887670"/>
                  </a:cubicBezTo>
                  <a:cubicBezTo>
                    <a:pt x="1158630" y="670344"/>
                    <a:pt x="1100780" y="374727"/>
                    <a:pt x="884439" y="228704"/>
                  </a:cubicBezTo>
                  <a:cubicBezTo>
                    <a:pt x="806313" y="175968"/>
                    <a:pt x="715444" y="148094"/>
                    <a:pt x="621656" y="148094"/>
                  </a:cubicBezTo>
                  <a:close/>
                </a:path>
              </a:pathLst>
            </a:custGeom>
            <a:solidFill>
              <a:srgbClr val="F2B973"/>
            </a:solidFill>
          </p:spPr>
          <p:txBody>
            <a:bodyPr lIns="127000" rIns="127000" rtlCol="0" anchor="ctr"/>
            <a:lstStyle/>
            <a:p>
              <a:pPr algn="l"/>
              <a:endParaRPr lang="en-US" sz="1100"/>
            </a:p>
          </p:txBody>
        </p:sp>
        <p:sp>
          <p:nvSpPr>
            <p:cNvPr id="118" name="Freeform 117"/>
            <p:cNvSpPr/>
            <p:nvPr/>
          </p:nvSpPr>
          <p:spPr>
            <a:xfrm>
              <a:off x="3111500" y="3784600"/>
              <a:ext cx="843362" cy="843362"/>
            </a:xfrm>
            <a:custGeom>
              <a:avLst/>
              <a:gdLst/>
              <a:ahLst/>
              <a:cxnLst/>
              <a:rect l="l" t="t" r="r" b="b"/>
              <a:pathLst>
                <a:path w="843362" h="843362">
                  <a:moveTo>
                    <a:pt x="843362" y="421681"/>
                  </a:moveTo>
                  <a:cubicBezTo>
                    <a:pt x="843362" y="654571"/>
                    <a:pt x="654571" y="843362"/>
                    <a:pt x="421681" y="843362"/>
                  </a:cubicBezTo>
                  <a:cubicBezTo>
                    <a:pt x="188791" y="843362"/>
                    <a:pt x="0" y="654571"/>
                    <a:pt x="0" y="421681"/>
                  </a:cubicBezTo>
                  <a:cubicBezTo>
                    <a:pt x="0" y="188791"/>
                    <a:pt x="188791" y="0"/>
                    <a:pt x="421681" y="0"/>
                  </a:cubicBezTo>
                  <a:cubicBezTo>
                    <a:pt x="654571" y="0"/>
                    <a:pt x="843362" y="188791"/>
                    <a:pt x="843362" y="421681"/>
                  </a:cubicBezTo>
                  <a:close/>
                </a:path>
              </a:pathLst>
            </a:custGeom>
            <a:solidFill>
              <a:srgbClr val="F2B973"/>
            </a:solidFill>
          </p:spPr>
          <p:txBody>
            <a:bodyPr lIns="127000" rIns="127000" rtlCol="0" anchor="ctr"/>
            <a:lstStyle/>
            <a:p>
              <a:pPr algn="l"/>
              <a:endParaRPr lang="en-US" sz="1100"/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3147187" y="3879977"/>
              <a:ext cx="796290" cy="660400"/>
            </a:xfrm>
            <a:prstGeom prst="rect">
              <a:avLst/>
            </a:prstGeom>
          </p:spPr>
          <p:txBody>
            <a:bodyPr lIns="0" tIns="0" rIns="0" bIns="0" rtlCol="0" anchor="ctr">
              <a:spAutoFit/>
            </a:bodyPr>
            <a:lstStyle/>
            <a:p>
              <a:pPr algn="ctr" latinLnBrk="1">
                <a:lnSpc>
                  <a:spcPct val="116199"/>
                </a:lnSpc>
              </a:pPr>
              <a:r>
                <a:rPr lang="en-US" sz="3000">
                  <a:solidFill>
                    <a:srgbClr val="FFFFFF"/>
                  </a:solidFill>
                  <a:latin typeface="Microsoft YaHei"/>
                  <a:ea typeface="Microsoft YaHei"/>
                </a:rPr>
                <a:t>01</a:t>
              </a:r>
              <a:endParaRPr lang="en-US" sz="1100"/>
            </a:p>
          </p:txBody>
        </p:sp>
      </p:grpSp>
      <p:grpSp>
        <p:nvGrpSpPr>
          <p:cNvPr id="120" name="Group 8"/>
          <p:cNvGrpSpPr/>
          <p:nvPr/>
        </p:nvGrpSpPr>
        <p:grpSpPr>
          <a:xfrm>
            <a:off x="4025892" y="1739904"/>
            <a:ext cx="1242185" cy="1246246"/>
            <a:chOff x="4025892" y="1739904"/>
            <a:chExt cx="1242185" cy="1246246"/>
          </a:xfrm>
        </p:grpSpPr>
        <p:sp>
          <p:nvSpPr>
            <p:cNvPr id="121" name="Freeform 120"/>
            <p:cNvSpPr/>
            <p:nvPr/>
          </p:nvSpPr>
          <p:spPr>
            <a:xfrm>
              <a:off x="4025892" y="1739904"/>
              <a:ext cx="1242185" cy="1246246"/>
            </a:xfrm>
            <a:custGeom>
              <a:avLst/>
              <a:gdLst/>
              <a:ahLst/>
              <a:cxnLst/>
              <a:rect l="l" t="t" r="r" b="b"/>
              <a:pathLst>
                <a:path w="1242185" h="1246246">
                  <a:moveTo>
                    <a:pt x="693123" y="1246246"/>
                  </a:moveTo>
                  <a:cubicBezTo>
                    <a:pt x="692316" y="1246246"/>
                    <a:pt x="691564" y="1245777"/>
                    <a:pt x="691214" y="1245021"/>
                  </a:cubicBezTo>
                  <a:lnTo>
                    <a:pt x="647822" y="1151400"/>
                  </a:lnTo>
                  <a:cubicBezTo>
                    <a:pt x="627715" y="1152308"/>
                    <a:pt x="612750" y="1152426"/>
                    <a:pt x="598384" y="1151805"/>
                  </a:cubicBezTo>
                  <a:lnTo>
                    <a:pt x="554190" y="1244231"/>
                  </a:lnTo>
                  <a:cubicBezTo>
                    <a:pt x="553780" y="1245101"/>
                    <a:pt x="552825" y="1245596"/>
                    <a:pt x="551887" y="1245393"/>
                  </a:cubicBezTo>
                  <a:lnTo>
                    <a:pt x="454630" y="1226327"/>
                  </a:lnTo>
                  <a:cubicBezTo>
                    <a:pt x="453680" y="1226142"/>
                    <a:pt x="452974" y="1225326"/>
                    <a:pt x="452928" y="1224350"/>
                  </a:cubicBezTo>
                  <a:lnTo>
                    <a:pt x="448153" y="1123602"/>
                  </a:lnTo>
                  <a:cubicBezTo>
                    <a:pt x="428841" y="1117066"/>
                    <a:pt x="410377" y="1109614"/>
                    <a:pt x="393240" y="1101440"/>
                  </a:cubicBezTo>
                  <a:lnTo>
                    <a:pt x="318017" y="1167842"/>
                  </a:lnTo>
                  <a:cubicBezTo>
                    <a:pt x="317294" y="1168484"/>
                    <a:pt x="316247" y="1168552"/>
                    <a:pt x="315444" y="1168011"/>
                  </a:cubicBezTo>
                  <a:lnTo>
                    <a:pt x="233528" y="1112859"/>
                  </a:lnTo>
                  <a:cubicBezTo>
                    <a:pt x="232721" y="1112318"/>
                    <a:pt x="232387" y="1111291"/>
                    <a:pt x="232721" y="1110375"/>
                  </a:cubicBezTo>
                  <a:lnTo>
                    <a:pt x="266526" y="1017636"/>
                  </a:lnTo>
                  <a:cubicBezTo>
                    <a:pt x="250035" y="1003023"/>
                    <a:pt x="235564" y="988736"/>
                    <a:pt x="222353" y="974021"/>
                  </a:cubicBezTo>
                  <a:lnTo>
                    <a:pt x="129232" y="1004823"/>
                  </a:lnTo>
                  <a:cubicBezTo>
                    <a:pt x="128319" y="1005131"/>
                    <a:pt x="127322" y="1004776"/>
                    <a:pt x="126803" y="1003969"/>
                  </a:cubicBezTo>
                  <a:lnTo>
                    <a:pt x="72726" y="920825"/>
                  </a:lnTo>
                  <a:cubicBezTo>
                    <a:pt x="72198" y="920005"/>
                    <a:pt x="72291" y="918932"/>
                    <a:pt x="72954" y="918218"/>
                  </a:cubicBezTo>
                  <a:lnTo>
                    <a:pt x="138561" y="847896"/>
                  </a:lnTo>
                  <a:cubicBezTo>
                    <a:pt x="129823" y="829371"/>
                    <a:pt x="123004" y="812882"/>
                    <a:pt x="117748" y="797585"/>
                  </a:cubicBezTo>
                  <a:lnTo>
                    <a:pt x="21501" y="791586"/>
                  </a:lnTo>
                  <a:cubicBezTo>
                    <a:pt x="20546" y="791527"/>
                    <a:pt x="19752" y="790830"/>
                    <a:pt x="19562" y="789888"/>
                  </a:cubicBezTo>
                  <a:lnTo>
                    <a:pt x="194" y="692548"/>
                  </a:lnTo>
                  <a:cubicBezTo>
                    <a:pt x="0" y="691589"/>
                    <a:pt x="494" y="690626"/>
                    <a:pt x="1381" y="690216"/>
                  </a:cubicBezTo>
                  <a:lnTo>
                    <a:pt x="87243" y="650661"/>
                  </a:lnTo>
                  <a:cubicBezTo>
                    <a:pt x="86136" y="630126"/>
                    <a:pt x="86136" y="609319"/>
                    <a:pt x="87243" y="588779"/>
                  </a:cubicBezTo>
                  <a:lnTo>
                    <a:pt x="2129" y="546407"/>
                  </a:lnTo>
                  <a:cubicBezTo>
                    <a:pt x="1276" y="545984"/>
                    <a:pt x="811" y="545034"/>
                    <a:pt x="1001" y="544100"/>
                  </a:cubicBezTo>
                  <a:lnTo>
                    <a:pt x="20369" y="446761"/>
                  </a:lnTo>
                  <a:cubicBezTo>
                    <a:pt x="20563" y="445793"/>
                    <a:pt x="21395" y="445088"/>
                    <a:pt x="22376" y="445058"/>
                  </a:cubicBezTo>
                  <a:lnTo>
                    <a:pt x="115762" y="442262"/>
                  </a:lnTo>
                  <a:cubicBezTo>
                    <a:pt x="121880" y="425067"/>
                    <a:pt x="129359" y="406995"/>
                    <a:pt x="138582" y="387105"/>
                  </a:cubicBezTo>
                  <a:lnTo>
                    <a:pt x="76144" y="316360"/>
                  </a:lnTo>
                  <a:cubicBezTo>
                    <a:pt x="75506" y="315637"/>
                    <a:pt x="75434" y="314577"/>
                    <a:pt x="75971" y="313779"/>
                  </a:cubicBezTo>
                  <a:lnTo>
                    <a:pt x="130850" y="231449"/>
                  </a:lnTo>
                  <a:cubicBezTo>
                    <a:pt x="131395" y="230634"/>
                    <a:pt x="132422" y="230300"/>
                    <a:pt x="133335" y="230643"/>
                  </a:cubicBezTo>
                  <a:lnTo>
                    <a:pt x="221567" y="263392"/>
                  </a:lnTo>
                  <a:cubicBezTo>
                    <a:pt x="232324" y="251178"/>
                    <a:pt x="244319" y="238995"/>
                    <a:pt x="257256" y="227145"/>
                  </a:cubicBezTo>
                  <a:lnTo>
                    <a:pt x="225048" y="138035"/>
                  </a:lnTo>
                  <a:cubicBezTo>
                    <a:pt x="224723" y="137131"/>
                    <a:pt x="225048" y="136117"/>
                    <a:pt x="225838" y="135568"/>
                  </a:cubicBezTo>
                  <a:lnTo>
                    <a:pt x="306951" y="79600"/>
                  </a:lnTo>
                  <a:cubicBezTo>
                    <a:pt x="307746" y="79051"/>
                    <a:pt x="308827" y="79119"/>
                    <a:pt x="309554" y="79769"/>
                  </a:cubicBezTo>
                  <a:lnTo>
                    <a:pt x="379914" y="142889"/>
                  </a:lnTo>
                  <a:cubicBezTo>
                    <a:pt x="399878" y="132936"/>
                    <a:pt x="421050" y="124225"/>
                    <a:pt x="444537" y="116295"/>
                  </a:cubicBezTo>
                  <a:lnTo>
                    <a:pt x="450105" y="20790"/>
                  </a:lnTo>
                  <a:cubicBezTo>
                    <a:pt x="450160" y="19822"/>
                    <a:pt x="450866" y="19019"/>
                    <a:pt x="451812" y="18834"/>
                  </a:cubicBezTo>
                  <a:lnTo>
                    <a:pt x="548664" y="178"/>
                  </a:lnTo>
                  <a:cubicBezTo>
                    <a:pt x="549619" y="0"/>
                    <a:pt x="550565" y="482"/>
                    <a:pt x="550975" y="1365"/>
                  </a:cubicBezTo>
                  <a:lnTo>
                    <a:pt x="591540" y="88502"/>
                  </a:lnTo>
                  <a:cubicBezTo>
                    <a:pt x="608571" y="87830"/>
                    <a:pt x="626980" y="88092"/>
                    <a:pt x="646639" y="89283"/>
                  </a:cubicBezTo>
                  <a:lnTo>
                    <a:pt x="688400" y="1749"/>
                  </a:lnTo>
                  <a:cubicBezTo>
                    <a:pt x="688814" y="879"/>
                    <a:pt x="689773" y="402"/>
                    <a:pt x="690711" y="587"/>
                  </a:cubicBezTo>
                  <a:lnTo>
                    <a:pt x="787562" y="19649"/>
                  </a:lnTo>
                  <a:cubicBezTo>
                    <a:pt x="788513" y="19835"/>
                    <a:pt x="789214" y="20650"/>
                    <a:pt x="789257" y="21622"/>
                  </a:cubicBezTo>
                  <a:lnTo>
                    <a:pt x="794035" y="119565"/>
                  </a:lnTo>
                  <a:cubicBezTo>
                    <a:pt x="812925" y="126219"/>
                    <a:pt x="831799" y="134330"/>
                    <a:pt x="850186" y="143696"/>
                  </a:cubicBezTo>
                  <a:lnTo>
                    <a:pt x="924172" y="78139"/>
                  </a:lnTo>
                  <a:cubicBezTo>
                    <a:pt x="924882" y="77501"/>
                    <a:pt x="925942" y="77425"/>
                    <a:pt x="926745" y="77965"/>
                  </a:cubicBezTo>
                  <a:lnTo>
                    <a:pt x="1009066" y="133532"/>
                  </a:lnTo>
                  <a:cubicBezTo>
                    <a:pt x="1009869" y="134072"/>
                    <a:pt x="1010203" y="135099"/>
                    <a:pt x="1009869" y="136011"/>
                  </a:cubicBezTo>
                  <a:lnTo>
                    <a:pt x="975650" y="229996"/>
                  </a:lnTo>
                  <a:cubicBezTo>
                    <a:pt x="990793" y="244085"/>
                    <a:pt x="1004710" y="258593"/>
                    <a:pt x="1017056" y="273159"/>
                  </a:cubicBezTo>
                  <a:lnTo>
                    <a:pt x="1112957" y="241563"/>
                  </a:lnTo>
                  <a:cubicBezTo>
                    <a:pt x="1113865" y="241267"/>
                    <a:pt x="1114854" y="241610"/>
                    <a:pt x="1115382" y="242412"/>
                  </a:cubicBezTo>
                  <a:lnTo>
                    <a:pt x="1169860" y="325557"/>
                  </a:lnTo>
                  <a:cubicBezTo>
                    <a:pt x="1170397" y="326372"/>
                    <a:pt x="1170299" y="327458"/>
                    <a:pt x="1169628" y="328168"/>
                  </a:cubicBezTo>
                  <a:lnTo>
                    <a:pt x="1099597" y="402559"/>
                  </a:lnTo>
                  <a:cubicBezTo>
                    <a:pt x="1106543" y="417446"/>
                    <a:pt x="1112597" y="432718"/>
                    <a:pt x="1117604" y="447994"/>
                  </a:cubicBezTo>
                  <a:lnTo>
                    <a:pt x="1220696" y="454796"/>
                  </a:lnTo>
                  <a:cubicBezTo>
                    <a:pt x="1221647" y="454859"/>
                    <a:pt x="1222437" y="455552"/>
                    <a:pt x="1222623" y="456494"/>
                  </a:cubicBezTo>
                  <a:lnTo>
                    <a:pt x="1241995" y="553829"/>
                  </a:lnTo>
                  <a:cubicBezTo>
                    <a:pt x="1242185" y="554792"/>
                    <a:pt x="1241695" y="555760"/>
                    <a:pt x="1240803" y="556170"/>
                  </a:cubicBezTo>
                  <a:lnTo>
                    <a:pt x="1146859" y="599379"/>
                  </a:lnTo>
                  <a:cubicBezTo>
                    <a:pt x="1147475" y="614794"/>
                    <a:pt x="1147344" y="631959"/>
                    <a:pt x="1146453" y="653141"/>
                  </a:cubicBezTo>
                  <a:lnTo>
                    <a:pt x="1240461" y="699975"/>
                  </a:lnTo>
                  <a:cubicBezTo>
                    <a:pt x="1241319" y="700406"/>
                    <a:pt x="1241779" y="701357"/>
                    <a:pt x="1241589" y="702299"/>
                  </a:cubicBezTo>
                  <a:lnTo>
                    <a:pt x="1221816" y="799232"/>
                  </a:lnTo>
                  <a:cubicBezTo>
                    <a:pt x="1221617" y="800187"/>
                    <a:pt x="1220793" y="800888"/>
                    <a:pt x="1219821" y="800922"/>
                  </a:cubicBezTo>
                  <a:lnTo>
                    <a:pt x="1115128" y="804526"/>
                  </a:lnTo>
                  <a:cubicBezTo>
                    <a:pt x="1109889" y="819401"/>
                    <a:pt x="1103446" y="834808"/>
                    <a:pt x="1095955" y="850371"/>
                  </a:cubicBezTo>
                  <a:lnTo>
                    <a:pt x="1166045" y="929616"/>
                  </a:lnTo>
                  <a:cubicBezTo>
                    <a:pt x="1166683" y="930339"/>
                    <a:pt x="1166755" y="931399"/>
                    <a:pt x="1166222" y="932202"/>
                  </a:cubicBezTo>
                  <a:lnTo>
                    <a:pt x="1111338" y="1014539"/>
                  </a:lnTo>
                  <a:cubicBezTo>
                    <a:pt x="1110789" y="1015351"/>
                    <a:pt x="1109767" y="1015689"/>
                    <a:pt x="1108846" y="1015342"/>
                  </a:cubicBezTo>
                  <a:lnTo>
                    <a:pt x="1010520" y="978533"/>
                  </a:lnTo>
                  <a:cubicBezTo>
                    <a:pt x="1002247" y="987781"/>
                    <a:pt x="993146" y="997159"/>
                    <a:pt x="981282" y="1008659"/>
                  </a:cubicBezTo>
                  <a:lnTo>
                    <a:pt x="1017136" y="1107945"/>
                  </a:lnTo>
                  <a:cubicBezTo>
                    <a:pt x="1017466" y="1108845"/>
                    <a:pt x="1017145" y="1109855"/>
                    <a:pt x="1016354" y="1110404"/>
                  </a:cubicBezTo>
                  <a:lnTo>
                    <a:pt x="935246" y="1166782"/>
                  </a:lnTo>
                  <a:cubicBezTo>
                    <a:pt x="934443" y="1167339"/>
                    <a:pt x="933361" y="1167267"/>
                    <a:pt x="932639" y="1166621"/>
                  </a:cubicBezTo>
                  <a:lnTo>
                    <a:pt x="854618" y="1096611"/>
                  </a:lnTo>
                  <a:cubicBezTo>
                    <a:pt x="836214" y="1105981"/>
                    <a:pt x="817328" y="1114097"/>
                    <a:pt x="798450" y="1120746"/>
                  </a:cubicBezTo>
                  <a:lnTo>
                    <a:pt x="792079" y="1225199"/>
                  </a:lnTo>
                  <a:cubicBezTo>
                    <a:pt x="792024" y="1226163"/>
                    <a:pt x="791323" y="1226965"/>
                    <a:pt x="790385" y="1227147"/>
                  </a:cubicBezTo>
                  <a:lnTo>
                    <a:pt x="693533" y="1246204"/>
                  </a:lnTo>
                  <a:cubicBezTo>
                    <a:pt x="693398" y="1246234"/>
                    <a:pt x="693263" y="1246246"/>
                    <a:pt x="693123" y="1246246"/>
                  </a:cubicBezTo>
                  <a:close/>
                  <a:moveTo>
                    <a:pt x="649140" y="1147108"/>
                  </a:moveTo>
                  <a:cubicBezTo>
                    <a:pt x="649960" y="1147108"/>
                    <a:pt x="650708" y="1147581"/>
                    <a:pt x="651054" y="1148329"/>
                  </a:cubicBezTo>
                  <a:lnTo>
                    <a:pt x="694340" y="1241734"/>
                  </a:lnTo>
                  <a:lnTo>
                    <a:pt x="787968" y="1223311"/>
                  </a:lnTo>
                  <a:lnTo>
                    <a:pt x="794327" y="1119082"/>
                  </a:lnTo>
                  <a:cubicBezTo>
                    <a:pt x="794382" y="1118232"/>
                    <a:pt x="794935" y="1117493"/>
                    <a:pt x="795738" y="1117210"/>
                  </a:cubicBezTo>
                  <a:cubicBezTo>
                    <a:pt x="815317" y="1110387"/>
                    <a:pt x="834913" y="1101968"/>
                    <a:pt x="853989" y="1092183"/>
                  </a:cubicBezTo>
                  <a:cubicBezTo>
                    <a:pt x="854762" y="1091778"/>
                    <a:pt x="855704" y="1091913"/>
                    <a:pt x="856355" y="1092492"/>
                  </a:cubicBezTo>
                  <a:lnTo>
                    <a:pt x="934206" y="1162350"/>
                  </a:lnTo>
                  <a:lnTo>
                    <a:pt x="1012615" y="1107857"/>
                  </a:lnTo>
                  <a:lnTo>
                    <a:pt x="976850" y="1008807"/>
                  </a:lnTo>
                  <a:cubicBezTo>
                    <a:pt x="976567" y="1008021"/>
                    <a:pt x="976770" y="1007146"/>
                    <a:pt x="977370" y="1006563"/>
                  </a:cubicBezTo>
                  <a:cubicBezTo>
                    <a:pt x="990100" y="994257"/>
                    <a:pt x="999653" y="984410"/>
                    <a:pt x="1008331" y="974634"/>
                  </a:cubicBezTo>
                  <a:cubicBezTo>
                    <a:pt x="1008914" y="973983"/>
                    <a:pt x="1009835" y="973768"/>
                    <a:pt x="1010646" y="974059"/>
                  </a:cubicBezTo>
                  <a:lnTo>
                    <a:pt x="1108757" y="1010792"/>
                  </a:lnTo>
                  <a:lnTo>
                    <a:pt x="1161807" y="931205"/>
                  </a:lnTo>
                  <a:lnTo>
                    <a:pt x="1091861" y="852124"/>
                  </a:lnTo>
                  <a:cubicBezTo>
                    <a:pt x="1091295" y="851482"/>
                    <a:pt x="1091168" y="850561"/>
                    <a:pt x="1091544" y="849792"/>
                  </a:cubicBezTo>
                  <a:cubicBezTo>
                    <a:pt x="1099457" y="833469"/>
                    <a:pt x="1106213" y="817309"/>
                    <a:pt x="1111626" y="801763"/>
                  </a:cubicBezTo>
                  <a:cubicBezTo>
                    <a:pt x="1111913" y="800939"/>
                    <a:pt x="1112673" y="800377"/>
                    <a:pt x="1113544" y="800343"/>
                  </a:cubicBezTo>
                  <a:lnTo>
                    <a:pt x="1218013" y="796748"/>
                  </a:lnTo>
                  <a:lnTo>
                    <a:pt x="1237127" y="703042"/>
                  </a:lnTo>
                  <a:lnTo>
                    <a:pt x="1143348" y="656322"/>
                  </a:lnTo>
                  <a:cubicBezTo>
                    <a:pt x="1142604" y="655942"/>
                    <a:pt x="1142143" y="655169"/>
                    <a:pt x="1142177" y="654333"/>
                  </a:cubicBezTo>
                  <a:cubicBezTo>
                    <a:pt x="1143145" y="631984"/>
                    <a:pt x="1143276" y="614127"/>
                    <a:pt x="1142583" y="598137"/>
                  </a:cubicBezTo>
                  <a:cubicBezTo>
                    <a:pt x="1142545" y="597279"/>
                    <a:pt x="1143031" y="596481"/>
                    <a:pt x="1143812" y="596122"/>
                  </a:cubicBezTo>
                  <a:lnTo>
                    <a:pt x="1237533" y="553018"/>
                  </a:lnTo>
                  <a:lnTo>
                    <a:pt x="1218803" y="458911"/>
                  </a:lnTo>
                  <a:lnTo>
                    <a:pt x="1115901" y="452126"/>
                  </a:lnTo>
                  <a:cubicBezTo>
                    <a:pt x="1115040" y="452067"/>
                    <a:pt x="1114300" y="451492"/>
                    <a:pt x="1114034" y="450664"/>
                  </a:cubicBezTo>
                  <a:cubicBezTo>
                    <a:pt x="1108854" y="434653"/>
                    <a:pt x="1102504" y="418638"/>
                    <a:pt x="1095165" y="403057"/>
                  </a:cubicBezTo>
                  <a:cubicBezTo>
                    <a:pt x="1094793" y="402271"/>
                    <a:pt x="1094945" y="401338"/>
                    <a:pt x="1095541" y="400700"/>
                  </a:cubicBezTo>
                  <a:lnTo>
                    <a:pt x="1165419" y="326482"/>
                  </a:lnTo>
                  <a:lnTo>
                    <a:pt x="1112741" y="246092"/>
                  </a:lnTo>
                  <a:lnTo>
                    <a:pt x="1017022" y="277624"/>
                  </a:lnTo>
                  <a:cubicBezTo>
                    <a:pt x="1016194" y="277895"/>
                    <a:pt x="1015311" y="277637"/>
                    <a:pt x="1014753" y="276982"/>
                  </a:cubicBezTo>
                  <a:cubicBezTo>
                    <a:pt x="1002010" y="261854"/>
                    <a:pt x="987548" y="246768"/>
                    <a:pt x="971754" y="232151"/>
                  </a:cubicBezTo>
                  <a:cubicBezTo>
                    <a:pt x="971129" y="231572"/>
                    <a:pt x="970909" y="230672"/>
                    <a:pt x="971201" y="229869"/>
                  </a:cubicBezTo>
                  <a:lnTo>
                    <a:pt x="1005340" y="136117"/>
                  </a:lnTo>
                  <a:lnTo>
                    <a:pt x="925739" y="82388"/>
                  </a:lnTo>
                  <a:lnTo>
                    <a:pt x="851902" y="147819"/>
                  </a:lnTo>
                  <a:cubicBezTo>
                    <a:pt x="851247" y="148398"/>
                    <a:pt x="850317" y="148512"/>
                    <a:pt x="849548" y="148119"/>
                  </a:cubicBezTo>
                  <a:cubicBezTo>
                    <a:pt x="830493" y="138343"/>
                    <a:pt x="810902" y="129920"/>
                    <a:pt x="791302" y="123088"/>
                  </a:cubicBezTo>
                  <a:cubicBezTo>
                    <a:pt x="790490" y="122805"/>
                    <a:pt x="789928" y="122058"/>
                    <a:pt x="789890" y="121196"/>
                  </a:cubicBezTo>
                  <a:lnTo>
                    <a:pt x="785124" y="23481"/>
                  </a:lnTo>
                  <a:lnTo>
                    <a:pt x="691501" y="5057"/>
                  </a:lnTo>
                  <a:lnTo>
                    <a:pt x="649833" y="92397"/>
                  </a:lnTo>
                  <a:cubicBezTo>
                    <a:pt x="649461" y="93178"/>
                    <a:pt x="648654" y="93622"/>
                    <a:pt x="647797" y="93596"/>
                  </a:cubicBezTo>
                  <a:cubicBezTo>
                    <a:pt x="627221" y="92304"/>
                    <a:pt x="607963" y="92029"/>
                    <a:pt x="590315" y="92785"/>
                  </a:cubicBezTo>
                  <a:cubicBezTo>
                    <a:pt x="589440" y="92861"/>
                    <a:pt x="588671" y="92342"/>
                    <a:pt x="588312" y="91564"/>
                  </a:cubicBezTo>
                  <a:lnTo>
                    <a:pt x="547844" y="4647"/>
                  </a:lnTo>
                  <a:lnTo>
                    <a:pt x="454221" y="22682"/>
                  </a:lnTo>
                  <a:lnTo>
                    <a:pt x="448669" y="117968"/>
                  </a:lnTo>
                  <a:cubicBezTo>
                    <a:pt x="448618" y="118834"/>
                    <a:pt x="448048" y="119578"/>
                    <a:pt x="447228" y="119852"/>
                  </a:cubicBezTo>
                  <a:cubicBezTo>
                    <a:pt x="422883" y="128010"/>
                    <a:pt x="401061" y="136992"/>
                    <a:pt x="380518" y="147316"/>
                  </a:cubicBezTo>
                  <a:cubicBezTo>
                    <a:pt x="379741" y="147705"/>
                    <a:pt x="378811" y="147583"/>
                    <a:pt x="378165" y="147004"/>
                  </a:cubicBezTo>
                  <a:lnTo>
                    <a:pt x="307974" y="84032"/>
                  </a:lnTo>
                  <a:lnTo>
                    <a:pt x="229573" y="138128"/>
                  </a:lnTo>
                  <a:lnTo>
                    <a:pt x="261705" y="227035"/>
                  </a:lnTo>
                  <a:cubicBezTo>
                    <a:pt x="261997" y="227842"/>
                    <a:pt x="261773" y="228746"/>
                    <a:pt x="261139" y="229325"/>
                  </a:cubicBezTo>
                  <a:cubicBezTo>
                    <a:pt x="247530" y="241720"/>
                    <a:pt x="234960" y="254486"/>
                    <a:pt x="223781" y="267274"/>
                  </a:cubicBezTo>
                  <a:cubicBezTo>
                    <a:pt x="223206" y="267937"/>
                    <a:pt x="222285" y="268174"/>
                    <a:pt x="221461" y="267866"/>
                  </a:cubicBezTo>
                  <a:lnTo>
                    <a:pt x="133432" y="235188"/>
                  </a:lnTo>
                  <a:lnTo>
                    <a:pt x="80382" y="314776"/>
                  </a:lnTo>
                  <a:lnTo>
                    <a:pt x="142659" y="385339"/>
                  </a:lnTo>
                  <a:cubicBezTo>
                    <a:pt x="143217" y="385969"/>
                    <a:pt x="143348" y="386873"/>
                    <a:pt x="142993" y="387637"/>
                  </a:cubicBezTo>
                  <a:cubicBezTo>
                    <a:pt x="133309" y="408431"/>
                    <a:pt x="125543" y="427205"/>
                    <a:pt x="119257" y="445041"/>
                  </a:cubicBezTo>
                  <a:cubicBezTo>
                    <a:pt x="118969" y="445865"/>
                    <a:pt x="118205" y="446423"/>
                    <a:pt x="117334" y="446452"/>
                  </a:cubicBezTo>
                  <a:lnTo>
                    <a:pt x="24180" y="449236"/>
                  </a:lnTo>
                  <a:lnTo>
                    <a:pt x="5454" y="543335"/>
                  </a:lnTo>
                  <a:lnTo>
                    <a:pt x="90365" y="585607"/>
                  </a:lnTo>
                  <a:cubicBezTo>
                    <a:pt x="91122" y="585983"/>
                    <a:pt x="91582" y="586777"/>
                    <a:pt x="91532" y="587622"/>
                  </a:cubicBezTo>
                  <a:cubicBezTo>
                    <a:pt x="90332" y="608939"/>
                    <a:pt x="90332" y="630552"/>
                    <a:pt x="91532" y="651865"/>
                  </a:cubicBezTo>
                  <a:cubicBezTo>
                    <a:pt x="91582" y="652731"/>
                    <a:pt x="91096" y="653543"/>
                    <a:pt x="90306" y="653906"/>
                  </a:cubicBezTo>
                  <a:lnTo>
                    <a:pt x="4656" y="693360"/>
                  </a:lnTo>
                  <a:lnTo>
                    <a:pt x="23381" y="787463"/>
                  </a:lnTo>
                  <a:lnTo>
                    <a:pt x="119421" y="793445"/>
                  </a:lnTo>
                  <a:cubicBezTo>
                    <a:pt x="120275" y="793500"/>
                    <a:pt x="121010" y="794066"/>
                    <a:pt x="121289" y="794877"/>
                  </a:cubicBezTo>
                  <a:cubicBezTo>
                    <a:pt x="126667" y="810753"/>
                    <a:pt x="133770" y="827930"/>
                    <a:pt x="142985" y="847380"/>
                  </a:cubicBezTo>
                  <a:cubicBezTo>
                    <a:pt x="143356" y="848166"/>
                    <a:pt x="143213" y="849100"/>
                    <a:pt x="142621" y="849738"/>
                  </a:cubicBezTo>
                  <a:lnTo>
                    <a:pt x="77166" y="919904"/>
                  </a:lnTo>
                  <a:lnTo>
                    <a:pt x="129452" y="1000294"/>
                  </a:lnTo>
                  <a:lnTo>
                    <a:pt x="222340" y="969573"/>
                  </a:lnTo>
                  <a:cubicBezTo>
                    <a:pt x="223139" y="969298"/>
                    <a:pt x="224013" y="969543"/>
                    <a:pt x="224571" y="970168"/>
                  </a:cubicBezTo>
                  <a:cubicBezTo>
                    <a:pt x="238205" y="985440"/>
                    <a:pt x="253196" y="1000243"/>
                    <a:pt x="270396" y="1015418"/>
                  </a:cubicBezTo>
                  <a:cubicBezTo>
                    <a:pt x="271047" y="1015993"/>
                    <a:pt x="271283" y="1016914"/>
                    <a:pt x="270983" y="1017733"/>
                  </a:cubicBezTo>
                  <a:lnTo>
                    <a:pt x="237250" y="1110273"/>
                  </a:lnTo>
                  <a:lnTo>
                    <a:pt x="316449" y="1163592"/>
                  </a:lnTo>
                  <a:lnTo>
                    <a:pt x="391495" y="1097342"/>
                  </a:lnTo>
                  <a:cubicBezTo>
                    <a:pt x="392133" y="1096784"/>
                    <a:pt x="393042" y="1096649"/>
                    <a:pt x="393806" y="1097021"/>
                  </a:cubicBezTo>
                  <a:cubicBezTo>
                    <a:pt x="411543" y="1105554"/>
                    <a:pt x="430742" y="1113298"/>
                    <a:pt x="450866" y="1120045"/>
                  </a:cubicBezTo>
                  <a:cubicBezTo>
                    <a:pt x="451690" y="1120324"/>
                    <a:pt x="452260" y="1121084"/>
                    <a:pt x="452302" y="1121954"/>
                  </a:cubicBezTo>
                  <a:lnTo>
                    <a:pt x="457064" y="1222496"/>
                  </a:lnTo>
                  <a:lnTo>
                    <a:pt x="551093" y="1240932"/>
                  </a:lnTo>
                  <a:lnTo>
                    <a:pt x="595182" y="1148713"/>
                  </a:lnTo>
                  <a:cubicBezTo>
                    <a:pt x="595549" y="1147944"/>
                    <a:pt x="596323" y="1147378"/>
                    <a:pt x="597180" y="1147513"/>
                  </a:cubicBezTo>
                  <a:cubicBezTo>
                    <a:pt x="612171" y="1148210"/>
                    <a:pt x="627673" y="1148105"/>
                    <a:pt x="649043" y="1147112"/>
                  </a:cubicBezTo>
                  <a:cubicBezTo>
                    <a:pt x="649077" y="1147108"/>
                    <a:pt x="649111" y="1147108"/>
                    <a:pt x="649140" y="1147108"/>
                  </a:cubicBezTo>
                  <a:close/>
                  <a:moveTo>
                    <a:pt x="620963" y="1102225"/>
                  </a:moveTo>
                  <a:cubicBezTo>
                    <a:pt x="526300" y="1102225"/>
                    <a:pt x="434468" y="1074068"/>
                    <a:pt x="355396" y="1020796"/>
                  </a:cubicBezTo>
                  <a:cubicBezTo>
                    <a:pt x="137319" y="873590"/>
                    <a:pt x="78945" y="575345"/>
                    <a:pt x="225281" y="355961"/>
                  </a:cubicBezTo>
                  <a:cubicBezTo>
                    <a:pt x="314028" y="223148"/>
                    <a:pt x="462206" y="143861"/>
                    <a:pt x="621656" y="143861"/>
                  </a:cubicBezTo>
                  <a:cubicBezTo>
                    <a:pt x="716285" y="143861"/>
                    <a:pt x="807969" y="171984"/>
                    <a:pt x="886797" y="225193"/>
                  </a:cubicBezTo>
                  <a:cubicBezTo>
                    <a:pt x="1105064" y="372518"/>
                    <a:pt x="1163429" y="670762"/>
                    <a:pt x="1016904" y="890023"/>
                  </a:cubicBezTo>
                  <a:cubicBezTo>
                    <a:pt x="928274" y="1022896"/>
                    <a:pt x="780257" y="1102225"/>
                    <a:pt x="620963" y="1102225"/>
                  </a:cubicBezTo>
                  <a:close/>
                  <a:moveTo>
                    <a:pt x="621656" y="148094"/>
                  </a:moveTo>
                  <a:cubicBezTo>
                    <a:pt x="463617" y="148094"/>
                    <a:pt x="316754" y="226680"/>
                    <a:pt x="228787" y="358314"/>
                  </a:cubicBezTo>
                  <a:cubicBezTo>
                    <a:pt x="83745" y="575763"/>
                    <a:pt x="141595" y="871380"/>
                    <a:pt x="357749" y="1017281"/>
                  </a:cubicBezTo>
                  <a:cubicBezTo>
                    <a:pt x="436125" y="1070085"/>
                    <a:pt x="527141" y="1097997"/>
                    <a:pt x="620963" y="1097997"/>
                  </a:cubicBezTo>
                  <a:cubicBezTo>
                    <a:pt x="778850" y="1097997"/>
                    <a:pt x="925553" y="1019368"/>
                    <a:pt x="1013397" y="887670"/>
                  </a:cubicBezTo>
                  <a:cubicBezTo>
                    <a:pt x="1158630" y="670344"/>
                    <a:pt x="1100780" y="374727"/>
                    <a:pt x="884439" y="228704"/>
                  </a:cubicBezTo>
                  <a:cubicBezTo>
                    <a:pt x="806313" y="175968"/>
                    <a:pt x="715444" y="148094"/>
                    <a:pt x="621656" y="148094"/>
                  </a:cubicBezTo>
                  <a:close/>
                </a:path>
              </a:pathLst>
            </a:custGeom>
            <a:solidFill>
              <a:srgbClr val="EF5B43"/>
            </a:solidFill>
          </p:spPr>
          <p:txBody>
            <a:bodyPr lIns="127000" rIns="127000" rtlCol="0" anchor="ctr"/>
            <a:lstStyle/>
            <a:p>
              <a:pPr algn="l"/>
              <a:endParaRPr lang="en-US" sz="1100"/>
            </a:p>
          </p:txBody>
        </p:sp>
        <p:sp>
          <p:nvSpPr>
            <p:cNvPr id="122" name="Freeform 121"/>
            <p:cNvSpPr/>
            <p:nvPr/>
          </p:nvSpPr>
          <p:spPr>
            <a:xfrm>
              <a:off x="4229100" y="1943100"/>
              <a:ext cx="843362" cy="843362"/>
            </a:xfrm>
            <a:custGeom>
              <a:avLst/>
              <a:gdLst/>
              <a:ahLst/>
              <a:cxnLst/>
              <a:rect l="l" t="t" r="r" b="b"/>
              <a:pathLst>
                <a:path w="843362" h="843362">
                  <a:moveTo>
                    <a:pt x="843362" y="421681"/>
                  </a:moveTo>
                  <a:cubicBezTo>
                    <a:pt x="843362" y="654571"/>
                    <a:pt x="654571" y="843362"/>
                    <a:pt x="421681" y="843362"/>
                  </a:cubicBezTo>
                  <a:cubicBezTo>
                    <a:pt x="188791" y="843362"/>
                    <a:pt x="0" y="654571"/>
                    <a:pt x="0" y="421681"/>
                  </a:cubicBezTo>
                  <a:cubicBezTo>
                    <a:pt x="0" y="188791"/>
                    <a:pt x="188791" y="0"/>
                    <a:pt x="421681" y="0"/>
                  </a:cubicBezTo>
                  <a:cubicBezTo>
                    <a:pt x="654571" y="0"/>
                    <a:pt x="843362" y="188791"/>
                    <a:pt x="843362" y="421681"/>
                  </a:cubicBezTo>
                  <a:close/>
                </a:path>
              </a:pathLst>
            </a:custGeom>
            <a:solidFill>
              <a:srgbClr val="EF5B43"/>
            </a:solidFill>
          </p:spPr>
          <p:txBody>
            <a:bodyPr lIns="127000" rIns="127000" rtlCol="0" anchor="ctr"/>
            <a:lstStyle/>
            <a:p>
              <a:pPr algn="l"/>
              <a:endParaRPr lang="en-US" sz="1100"/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4258691" y="2044700"/>
              <a:ext cx="796290" cy="660400"/>
            </a:xfrm>
            <a:prstGeom prst="rect">
              <a:avLst/>
            </a:prstGeom>
          </p:spPr>
          <p:txBody>
            <a:bodyPr lIns="0" tIns="0" rIns="0" bIns="0" rtlCol="0" anchor="ctr">
              <a:spAutoFit/>
            </a:bodyPr>
            <a:lstStyle/>
            <a:p>
              <a:pPr algn="ctr" latinLnBrk="1">
                <a:lnSpc>
                  <a:spcPct val="116199"/>
                </a:lnSpc>
              </a:pPr>
              <a:r>
                <a:rPr lang="en-US" sz="3000">
                  <a:solidFill>
                    <a:srgbClr val="FFFFFF"/>
                  </a:solidFill>
                  <a:latin typeface="Microsoft YaHei"/>
                  <a:ea typeface="Microsoft YaHei"/>
                </a:rPr>
                <a:t>02</a:t>
              </a:r>
              <a:endParaRPr lang="en-US" sz="1100"/>
            </a:p>
          </p:txBody>
        </p:sp>
      </p:grpSp>
      <p:grpSp>
        <p:nvGrpSpPr>
          <p:cNvPr id="124" name="Group 9"/>
          <p:cNvGrpSpPr/>
          <p:nvPr/>
        </p:nvGrpSpPr>
        <p:grpSpPr>
          <a:xfrm>
            <a:off x="6362692" y="1739904"/>
            <a:ext cx="1242185" cy="1246246"/>
            <a:chOff x="6362692" y="1739904"/>
            <a:chExt cx="1242185" cy="1246246"/>
          </a:xfrm>
        </p:grpSpPr>
        <p:sp>
          <p:nvSpPr>
            <p:cNvPr id="125" name="Freeform 124"/>
            <p:cNvSpPr/>
            <p:nvPr/>
          </p:nvSpPr>
          <p:spPr>
            <a:xfrm>
              <a:off x="6362692" y="1739904"/>
              <a:ext cx="1242185" cy="1246246"/>
            </a:xfrm>
            <a:custGeom>
              <a:avLst/>
              <a:gdLst/>
              <a:ahLst/>
              <a:cxnLst/>
              <a:rect l="l" t="t" r="r" b="b"/>
              <a:pathLst>
                <a:path w="1242185" h="1246246">
                  <a:moveTo>
                    <a:pt x="693123" y="1246246"/>
                  </a:moveTo>
                  <a:cubicBezTo>
                    <a:pt x="692316" y="1246246"/>
                    <a:pt x="691564" y="1245777"/>
                    <a:pt x="691214" y="1245021"/>
                  </a:cubicBezTo>
                  <a:lnTo>
                    <a:pt x="647822" y="1151400"/>
                  </a:lnTo>
                  <a:cubicBezTo>
                    <a:pt x="627715" y="1152308"/>
                    <a:pt x="612750" y="1152426"/>
                    <a:pt x="598384" y="1151805"/>
                  </a:cubicBezTo>
                  <a:lnTo>
                    <a:pt x="554190" y="1244231"/>
                  </a:lnTo>
                  <a:cubicBezTo>
                    <a:pt x="553780" y="1245101"/>
                    <a:pt x="552825" y="1245596"/>
                    <a:pt x="551887" y="1245393"/>
                  </a:cubicBezTo>
                  <a:lnTo>
                    <a:pt x="454630" y="1226327"/>
                  </a:lnTo>
                  <a:cubicBezTo>
                    <a:pt x="453680" y="1226142"/>
                    <a:pt x="452974" y="1225326"/>
                    <a:pt x="452928" y="1224350"/>
                  </a:cubicBezTo>
                  <a:lnTo>
                    <a:pt x="448153" y="1123602"/>
                  </a:lnTo>
                  <a:cubicBezTo>
                    <a:pt x="428841" y="1117066"/>
                    <a:pt x="410377" y="1109614"/>
                    <a:pt x="393240" y="1101440"/>
                  </a:cubicBezTo>
                  <a:lnTo>
                    <a:pt x="318017" y="1167842"/>
                  </a:lnTo>
                  <a:cubicBezTo>
                    <a:pt x="317294" y="1168484"/>
                    <a:pt x="316247" y="1168552"/>
                    <a:pt x="315444" y="1168011"/>
                  </a:cubicBezTo>
                  <a:lnTo>
                    <a:pt x="233528" y="1112859"/>
                  </a:lnTo>
                  <a:cubicBezTo>
                    <a:pt x="232721" y="1112318"/>
                    <a:pt x="232387" y="1111291"/>
                    <a:pt x="232721" y="1110375"/>
                  </a:cubicBezTo>
                  <a:lnTo>
                    <a:pt x="266526" y="1017636"/>
                  </a:lnTo>
                  <a:cubicBezTo>
                    <a:pt x="250035" y="1003023"/>
                    <a:pt x="235564" y="988736"/>
                    <a:pt x="222353" y="974021"/>
                  </a:cubicBezTo>
                  <a:lnTo>
                    <a:pt x="129232" y="1004823"/>
                  </a:lnTo>
                  <a:cubicBezTo>
                    <a:pt x="128319" y="1005131"/>
                    <a:pt x="127322" y="1004776"/>
                    <a:pt x="126803" y="1003969"/>
                  </a:cubicBezTo>
                  <a:lnTo>
                    <a:pt x="72726" y="920825"/>
                  </a:lnTo>
                  <a:cubicBezTo>
                    <a:pt x="72198" y="920005"/>
                    <a:pt x="72291" y="918932"/>
                    <a:pt x="72954" y="918218"/>
                  </a:cubicBezTo>
                  <a:lnTo>
                    <a:pt x="138561" y="847896"/>
                  </a:lnTo>
                  <a:cubicBezTo>
                    <a:pt x="129823" y="829371"/>
                    <a:pt x="123004" y="812882"/>
                    <a:pt x="117748" y="797585"/>
                  </a:cubicBezTo>
                  <a:lnTo>
                    <a:pt x="21501" y="791586"/>
                  </a:lnTo>
                  <a:cubicBezTo>
                    <a:pt x="20546" y="791527"/>
                    <a:pt x="19752" y="790830"/>
                    <a:pt x="19562" y="789888"/>
                  </a:cubicBezTo>
                  <a:lnTo>
                    <a:pt x="194" y="692548"/>
                  </a:lnTo>
                  <a:cubicBezTo>
                    <a:pt x="0" y="691589"/>
                    <a:pt x="494" y="690626"/>
                    <a:pt x="1381" y="690216"/>
                  </a:cubicBezTo>
                  <a:lnTo>
                    <a:pt x="87243" y="650661"/>
                  </a:lnTo>
                  <a:cubicBezTo>
                    <a:pt x="86136" y="630126"/>
                    <a:pt x="86136" y="609319"/>
                    <a:pt x="87243" y="588779"/>
                  </a:cubicBezTo>
                  <a:lnTo>
                    <a:pt x="2129" y="546407"/>
                  </a:lnTo>
                  <a:cubicBezTo>
                    <a:pt x="1276" y="545984"/>
                    <a:pt x="811" y="545034"/>
                    <a:pt x="1001" y="544100"/>
                  </a:cubicBezTo>
                  <a:lnTo>
                    <a:pt x="20369" y="446761"/>
                  </a:lnTo>
                  <a:cubicBezTo>
                    <a:pt x="20563" y="445793"/>
                    <a:pt x="21395" y="445088"/>
                    <a:pt x="22376" y="445058"/>
                  </a:cubicBezTo>
                  <a:lnTo>
                    <a:pt x="115762" y="442262"/>
                  </a:lnTo>
                  <a:cubicBezTo>
                    <a:pt x="121880" y="425067"/>
                    <a:pt x="129359" y="406995"/>
                    <a:pt x="138582" y="387105"/>
                  </a:cubicBezTo>
                  <a:lnTo>
                    <a:pt x="76144" y="316360"/>
                  </a:lnTo>
                  <a:cubicBezTo>
                    <a:pt x="75506" y="315637"/>
                    <a:pt x="75434" y="314577"/>
                    <a:pt x="75971" y="313779"/>
                  </a:cubicBezTo>
                  <a:lnTo>
                    <a:pt x="130850" y="231449"/>
                  </a:lnTo>
                  <a:cubicBezTo>
                    <a:pt x="131395" y="230634"/>
                    <a:pt x="132422" y="230300"/>
                    <a:pt x="133335" y="230643"/>
                  </a:cubicBezTo>
                  <a:lnTo>
                    <a:pt x="221567" y="263392"/>
                  </a:lnTo>
                  <a:cubicBezTo>
                    <a:pt x="232324" y="251178"/>
                    <a:pt x="244319" y="238995"/>
                    <a:pt x="257256" y="227145"/>
                  </a:cubicBezTo>
                  <a:lnTo>
                    <a:pt x="225048" y="138035"/>
                  </a:lnTo>
                  <a:cubicBezTo>
                    <a:pt x="224723" y="137131"/>
                    <a:pt x="225048" y="136117"/>
                    <a:pt x="225838" y="135568"/>
                  </a:cubicBezTo>
                  <a:lnTo>
                    <a:pt x="306951" y="79600"/>
                  </a:lnTo>
                  <a:cubicBezTo>
                    <a:pt x="307746" y="79051"/>
                    <a:pt x="308827" y="79119"/>
                    <a:pt x="309554" y="79769"/>
                  </a:cubicBezTo>
                  <a:lnTo>
                    <a:pt x="379914" y="142889"/>
                  </a:lnTo>
                  <a:cubicBezTo>
                    <a:pt x="399878" y="132936"/>
                    <a:pt x="421050" y="124225"/>
                    <a:pt x="444537" y="116295"/>
                  </a:cubicBezTo>
                  <a:lnTo>
                    <a:pt x="450105" y="20790"/>
                  </a:lnTo>
                  <a:cubicBezTo>
                    <a:pt x="450160" y="19822"/>
                    <a:pt x="450866" y="19019"/>
                    <a:pt x="451812" y="18834"/>
                  </a:cubicBezTo>
                  <a:lnTo>
                    <a:pt x="548664" y="178"/>
                  </a:lnTo>
                  <a:cubicBezTo>
                    <a:pt x="549619" y="0"/>
                    <a:pt x="550565" y="482"/>
                    <a:pt x="550975" y="1365"/>
                  </a:cubicBezTo>
                  <a:lnTo>
                    <a:pt x="591540" y="88502"/>
                  </a:lnTo>
                  <a:cubicBezTo>
                    <a:pt x="608571" y="87830"/>
                    <a:pt x="626980" y="88092"/>
                    <a:pt x="646639" y="89283"/>
                  </a:cubicBezTo>
                  <a:lnTo>
                    <a:pt x="688400" y="1749"/>
                  </a:lnTo>
                  <a:cubicBezTo>
                    <a:pt x="688814" y="879"/>
                    <a:pt x="689773" y="402"/>
                    <a:pt x="690711" y="587"/>
                  </a:cubicBezTo>
                  <a:lnTo>
                    <a:pt x="787562" y="19649"/>
                  </a:lnTo>
                  <a:cubicBezTo>
                    <a:pt x="788513" y="19835"/>
                    <a:pt x="789214" y="20650"/>
                    <a:pt x="789257" y="21622"/>
                  </a:cubicBezTo>
                  <a:lnTo>
                    <a:pt x="794035" y="119565"/>
                  </a:lnTo>
                  <a:cubicBezTo>
                    <a:pt x="812925" y="126219"/>
                    <a:pt x="831799" y="134330"/>
                    <a:pt x="850186" y="143696"/>
                  </a:cubicBezTo>
                  <a:lnTo>
                    <a:pt x="924172" y="78139"/>
                  </a:lnTo>
                  <a:cubicBezTo>
                    <a:pt x="924882" y="77501"/>
                    <a:pt x="925942" y="77425"/>
                    <a:pt x="926745" y="77965"/>
                  </a:cubicBezTo>
                  <a:lnTo>
                    <a:pt x="1009066" y="133532"/>
                  </a:lnTo>
                  <a:cubicBezTo>
                    <a:pt x="1009869" y="134072"/>
                    <a:pt x="1010203" y="135099"/>
                    <a:pt x="1009869" y="136011"/>
                  </a:cubicBezTo>
                  <a:lnTo>
                    <a:pt x="975650" y="229996"/>
                  </a:lnTo>
                  <a:cubicBezTo>
                    <a:pt x="990793" y="244085"/>
                    <a:pt x="1004710" y="258593"/>
                    <a:pt x="1017056" y="273159"/>
                  </a:cubicBezTo>
                  <a:lnTo>
                    <a:pt x="1112957" y="241563"/>
                  </a:lnTo>
                  <a:cubicBezTo>
                    <a:pt x="1113865" y="241267"/>
                    <a:pt x="1114854" y="241610"/>
                    <a:pt x="1115382" y="242412"/>
                  </a:cubicBezTo>
                  <a:lnTo>
                    <a:pt x="1169860" y="325557"/>
                  </a:lnTo>
                  <a:cubicBezTo>
                    <a:pt x="1170397" y="326372"/>
                    <a:pt x="1170299" y="327458"/>
                    <a:pt x="1169628" y="328168"/>
                  </a:cubicBezTo>
                  <a:lnTo>
                    <a:pt x="1099597" y="402559"/>
                  </a:lnTo>
                  <a:cubicBezTo>
                    <a:pt x="1106543" y="417446"/>
                    <a:pt x="1112597" y="432718"/>
                    <a:pt x="1117604" y="447994"/>
                  </a:cubicBezTo>
                  <a:lnTo>
                    <a:pt x="1220696" y="454796"/>
                  </a:lnTo>
                  <a:cubicBezTo>
                    <a:pt x="1221647" y="454859"/>
                    <a:pt x="1222437" y="455552"/>
                    <a:pt x="1222623" y="456494"/>
                  </a:cubicBezTo>
                  <a:lnTo>
                    <a:pt x="1241995" y="553829"/>
                  </a:lnTo>
                  <a:cubicBezTo>
                    <a:pt x="1242185" y="554792"/>
                    <a:pt x="1241695" y="555760"/>
                    <a:pt x="1240803" y="556170"/>
                  </a:cubicBezTo>
                  <a:lnTo>
                    <a:pt x="1146859" y="599379"/>
                  </a:lnTo>
                  <a:cubicBezTo>
                    <a:pt x="1147475" y="614794"/>
                    <a:pt x="1147344" y="631959"/>
                    <a:pt x="1146453" y="653141"/>
                  </a:cubicBezTo>
                  <a:lnTo>
                    <a:pt x="1240461" y="699975"/>
                  </a:lnTo>
                  <a:cubicBezTo>
                    <a:pt x="1241319" y="700406"/>
                    <a:pt x="1241779" y="701357"/>
                    <a:pt x="1241589" y="702299"/>
                  </a:cubicBezTo>
                  <a:lnTo>
                    <a:pt x="1221816" y="799232"/>
                  </a:lnTo>
                  <a:cubicBezTo>
                    <a:pt x="1221617" y="800187"/>
                    <a:pt x="1220793" y="800888"/>
                    <a:pt x="1219821" y="800922"/>
                  </a:cubicBezTo>
                  <a:lnTo>
                    <a:pt x="1115128" y="804526"/>
                  </a:lnTo>
                  <a:cubicBezTo>
                    <a:pt x="1109889" y="819401"/>
                    <a:pt x="1103446" y="834808"/>
                    <a:pt x="1095955" y="850371"/>
                  </a:cubicBezTo>
                  <a:lnTo>
                    <a:pt x="1166045" y="929616"/>
                  </a:lnTo>
                  <a:cubicBezTo>
                    <a:pt x="1166683" y="930339"/>
                    <a:pt x="1166755" y="931399"/>
                    <a:pt x="1166222" y="932202"/>
                  </a:cubicBezTo>
                  <a:lnTo>
                    <a:pt x="1111338" y="1014539"/>
                  </a:lnTo>
                  <a:cubicBezTo>
                    <a:pt x="1110789" y="1015351"/>
                    <a:pt x="1109767" y="1015689"/>
                    <a:pt x="1108846" y="1015342"/>
                  </a:cubicBezTo>
                  <a:lnTo>
                    <a:pt x="1010520" y="978533"/>
                  </a:lnTo>
                  <a:cubicBezTo>
                    <a:pt x="1002247" y="987781"/>
                    <a:pt x="993146" y="997159"/>
                    <a:pt x="981282" y="1008659"/>
                  </a:cubicBezTo>
                  <a:lnTo>
                    <a:pt x="1017136" y="1107945"/>
                  </a:lnTo>
                  <a:cubicBezTo>
                    <a:pt x="1017466" y="1108845"/>
                    <a:pt x="1017145" y="1109855"/>
                    <a:pt x="1016354" y="1110404"/>
                  </a:cubicBezTo>
                  <a:lnTo>
                    <a:pt x="935246" y="1166782"/>
                  </a:lnTo>
                  <a:cubicBezTo>
                    <a:pt x="934443" y="1167339"/>
                    <a:pt x="933361" y="1167267"/>
                    <a:pt x="932639" y="1166621"/>
                  </a:cubicBezTo>
                  <a:lnTo>
                    <a:pt x="854618" y="1096611"/>
                  </a:lnTo>
                  <a:cubicBezTo>
                    <a:pt x="836214" y="1105981"/>
                    <a:pt x="817328" y="1114097"/>
                    <a:pt x="798450" y="1120746"/>
                  </a:cubicBezTo>
                  <a:lnTo>
                    <a:pt x="792079" y="1225199"/>
                  </a:lnTo>
                  <a:cubicBezTo>
                    <a:pt x="792024" y="1226163"/>
                    <a:pt x="791323" y="1226965"/>
                    <a:pt x="790385" y="1227147"/>
                  </a:cubicBezTo>
                  <a:lnTo>
                    <a:pt x="693533" y="1246204"/>
                  </a:lnTo>
                  <a:cubicBezTo>
                    <a:pt x="693398" y="1246234"/>
                    <a:pt x="693263" y="1246246"/>
                    <a:pt x="693123" y="1246246"/>
                  </a:cubicBezTo>
                  <a:close/>
                  <a:moveTo>
                    <a:pt x="649140" y="1147108"/>
                  </a:moveTo>
                  <a:cubicBezTo>
                    <a:pt x="649960" y="1147108"/>
                    <a:pt x="650708" y="1147581"/>
                    <a:pt x="651054" y="1148329"/>
                  </a:cubicBezTo>
                  <a:lnTo>
                    <a:pt x="694340" y="1241734"/>
                  </a:lnTo>
                  <a:lnTo>
                    <a:pt x="787968" y="1223311"/>
                  </a:lnTo>
                  <a:lnTo>
                    <a:pt x="794327" y="1119082"/>
                  </a:lnTo>
                  <a:cubicBezTo>
                    <a:pt x="794382" y="1118232"/>
                    <a:pt x="794935" y="1117493"/>
                    <a:pt x="795738" y="1117210"/>
                  </a:cubicBezTo>
                  <a:cubicBezTo>
                    <a:pt x="815317" y="1110387"/>
                    <a:pt x="834913" y="1101968"/>
                    <a:pt x="853989" y="1092183"/>
                  </a:cubicBezTo>
                  <a:cubicBezTo>
                    <a:pt x="854762" y="1091778"/>
                    <a:pt x="855704" y="1091913"/>
                    <a:pt x="856355" y="1092492"/>
                  </a:cubicBezTo>
                  <a:lnTo>
                    <a:pt x="934206" y="1162350"/>
                  </a:lnTo>
                  <a:lnTo>
                    <a:pt x="1012615" y="1107857"/>
                  </a:lnTo>
                  <a:lnTo>
                    <a:pt x="976850" y="1008807"/>
                  </a:lnTo>
                  <a:cubicBezTo>
                    <a:pt x="976567" y="1008021"/>
                    <a:pt x="976770" y="1007146"/>
                    <a:pt x="977370" y="1006563"/>
                  </a:cubicBezTo>
                  <a:cubicBezTo>
                    <a:pt x="990100" y="994257"/>
                    <a:pt x="999653" y="984410"/>
                    <a:pt x="1008331" y="974634"/>
                  </a:cubicBezTo>
                  <a:cubicBezTo>
                    <a:pt x="1008914" y="973983"/>
                    <a:pt x="1009835" y="973768"/>
                    <a:pt x="1010646" y="974059"/>
                  </a:cubicBezTo>
                  <a:lnTo>
                    <a:pt x="1108757" y="1010792"/>
                  </a:lnTo>
                  <a:lnTo>
                    <a:pt x="1161807" y="931205"/>
                  </a:lnTo>
                  <a:lnTo>
                    <a:pt x="1091861" y="852124"/>
                  </a:lnTo>
                  <a:cubicBezTo>
                    <a:pt x="1091295" y="851482"/>
                    <a:pt x="1091168" y="850561"/>
                    <a:pt x="1091544" y="849792"/>
                  </a:cubicBezTo>
                  <a:cubicBezTo>
                    <a:pt x="1099457" y="833469"/>
                    <a:pt x="1106213" y="817309"/>
                    <a:pt x="1111626" y="801763"/>
                  </a:cubicBezTo>
                  <a:cubicBezTo>
                    <a:pt x="1111913" y="800939"/>
                    <a:pt x="1112673" y="800377"/>
                    <a:pt x="1113544" y="800343"/>
                  </a:cubicBezTo>
                  <a:lnTo>
                    <a:pt x="1218013" y="796748"/>
                  </a:lnTo>
                  <a:lnTo>
                    <a:pt x="1237127" y="703042"/>
                  </a:lnTo>
                  <a:lnTo>
                    <a:pt x="1143348" y="656322"/>
                  </a:lnTo>
                  <a:cubicBezTo>
                    <a:pt x="1142604" y="655942"/>
                    <a:pt x="1142143" y="655169"/>
                    <a:pt x="1142177" y="654333"/>
                  </a:cubicBezTo>
                  <a:cubicBezTo>
                    <a:pt x="1143145" y="631984"/>
                    <a:pt x="1143276" y="614127"/>
                    <a:pt x="1142583" y="598137"/>
                  </a:cubicBezTo>
                  <a:cubicBezTo>
                    <a:pt x="1142545" y="597279"/>
                    <a:pt x="1143031" y="596481"/>
                    <a:pt x="1143812" y="596122"/>
                  </a:cubicBezTo>
                  <a:lnTo>
                    <a:pt x="1237533" y="553018"/>
                  </a:lnTo>
                  <a:lnTo>
                    <a:pt x="1218803" y="458911"/>
                  </a:lnTo>
                  <a:lnTo>
                    <a:pt x="1115901" y="452126"/>
                  </a:lnTo>
                  <a:cubicBezTo>
                    <a:pt x="1115040" y="452067"/>
                    <a:pt x="1114300" y="451492"/>
                    <a:pt x="1114034" y="450664"/>
                  </a:cubicBezTo>
                  <a:cubicBezTo>
                    <a:pt x="1108854" y="434653"/>
                    <a:pt x="1102504" y="418638"/>
                    <a:pt x="1095165" y="403057"/>
                  </a:cubicBezTo>
                  <a:cubicBezTo>
                    <a:pt x="1094793" y="402271"/>
                    <a:pt x="1094945" y="401338"/>
                    <a:pt x="1095541" y="400700"/>
                  </a:cubicBezTo>
                  <a:lnTo>
                    <a:pt x="1165419" y="326482"/>
                  </a:lnTo>
                  <a:lnTo>
                    <a:pt x="1112741" y="246092"/>
                  </a:lnTo>
                  <a:lnTo>
                    <a:pt x="1017022" y="277624"/>
                  </a:lnTo>
                  <a:cubicBezTo>
                    <a:pt x="1016194" y="277895"/>
                    <a:pt x="1015311" y="277637"/>
                    <a:pt x="1014753" y="276982"/>
                  </a:cubicBezTo>
                  <a:cubicBezTo>
                    <a:pt x="1002010" y="261854"/>
                    <a:pt x="987548" y="246768"/>
                    <a:pt x="971754" y="232151"/>
                  </a:cubicBezTo>
                  <a:cubicBezTo>
                    <a:pt x="971129" y="231572"/>
                    <a:pt x="970909" y="230672"/>
                    <a:pt x="971201" y="229869"/>
                  </a:cubicBezTo>
                  <a:lnTo>
                    <a:pt x="1005340" y="136117"/>
                  </a:lnTo>
                  <a:lnTo>
                    <a:pt x="925739" y="82388"/>
                  </a:lnTo>
                  <a:lnTo>
                    <a:pt x="851902" y="147819"/>
                  </a:lnTo>
                  <a:cubicBezTo>
                    <a:pt x="851247" y="148398"/>
                    <a:pt x="850317" y="148512"/>
                    <a:pt x="849548" y="148119"/>
                  </a:cubicBezTo>
                  <a:cubicBezTo>
                    <a:pt x="830493" y="138343"/>
                    <a:pt x="810902" y="129920"/>
                    <a:pt x="791302" y="123088"/>
                  </a:cubicBezTo>
                  <a:cubicBezTo>
                    <a:pt x="790490" y="122805"/>
                    <a:pt x="789928" y="122058"/>
                    <a:pt x="789890" y="121196"/>
                  </a:cubicBezTo>
                  <a:lnTo>
                    <a:pt x="785124" y="23481"/>
                  </a:lnTo>
                  <a:lnTo>
                    <a:pt x="691501" y="5057"/>
                  </a:lnTo>
                  <a:lnTo>
                    <a:pt x="649833" y="92397"/>
                  </a:lnTo>
                  <a:cubicBezTo>
                    <a:pt x="649461" y="93178"/>
                    <a:pt x="648654" y="93622"/>
                    <a:pt x="647797" y="93596"/>
                  </a:cubicBezTo>
                  <a:cubicBezTo>
                    <a:pt x="627221" y="92304"/>
                    <a:pt x="607963" y="92029"/>
                    <a:pt x="590315" y="92785"/>
                  </a:cubicBezTo>
                  <a:cubicBezTo>
                    <a:pt x="589440" y="92861"/>
                    <a:pt x="588671" y="92342"/>
                    <a:pt x="588312" y="91564"/>
                  </a:cubicBezTo>
                  <a:lnTo>
                    <a:pt x="547844" y="4647"/>
                  </a:lnTo>
                  <a:lnTo>
                    <a:pt x="454221" y="22682"/>
                  </a:lnTo>
                  <a:lnTo>
                    <a:pt x="448669" y="117968"/>
                  </a:lnTo>
                  <a:cubicBezTo>
                    <a:pt x="448618" y="118834"/>
                    <a:pt x="448048" y="119578"/>
                    <a:pt x="447228" y="119852"/>
                  </a:cubicBezTo>
                  <a:cubicBezTo>
                    <a:pt x="422883" y="128010"/>
                    <a:pt x="401061" y="136992"/>
                    <a:pt x="380518" y="147316"/>
                  </a:cubicBezTo>
                  <a:cubicBezTo>
                    <a:pt x="379741" y="147705"/>
                    <a:pt x="378811" y="147583"/>
                    <a:pt x="378165" y="147004"/>
                  </a:cubicBezTo>
                  <a:lnTo>
                    <a:pt x="307974" y="84032"/>
                  </a:lnTo>
                  <a:lnTo>
                    <a:pt x="229573" y="138128"/>
                  </a:lnTo>
                  <a:lnTo>
                    <a:pt x="261705" y="227035"/>
                  </a:lnTo>
                  <a:cubicBezTo>
                    <a:pt x="261997" y="227842"/>
                    <a:pt x="261773" y="228746"/>
                    <a:pt x="261139" y="229325"/>
                  </a:cubicBezTo>
                  <a:cubicBezTo>
                    <a:pt x="247530" y="241720"/>
                    <a:pt x="234960" y="254486"/>
                    <a:pt x="223781" y="267274"/>
                  </a:cubicBezTo>
                  <a:cubicBezTo>
                    <a:pt x="223206" y="267937"/>
                    <a:pt x="222285" y="268174"/>
                    <a:pt x="221461" y="267866"/>
                  </a:cubicBezTo>
                  <a:lnTo>
                    <a:pt x="133432" y="235188"/>
                  </a:lnTo>
                  <a:lnTo>
                    <a:pt x="80382" y="314776"/>
                  </a:lnTo>
                  <a:lnTo>
                    <a:pt x="142659" y="385339"/>
                  </a:lnTo>
                  <a:cubicBezTo>
                    <a:pt x="143217" y="385969"/>
                    <a:pt x="143348" y="386873"/>
                    <a:pt x="142993" y="387637"/>
                  </a:cubicBezTo>
                  <a:cubicBezTo>
                    <a:pt x="133309" y="408431"/>
                    <a:pt x="125543" y="427205"/>
                    <a:pt x="119257" y="445041"/>
                  </a:cubicBezTo>
                  <a:cubicBezTo>
                    <a:pt x="118969" y="445865"/>
                    <a:pt x="118205" y="446423"/>
                    <a:pt x="117334" y="446452"/>
                  </a:cubicBezTo>
                  <a:lnTo>
                    <a:pt x="24180" y="449236"/>
                  </a:lnTo>
                  <a:lnTo>
                    <a:pt x="5454" y="543335"/>
                  </a:lnTo>
                  <a:lnTo>
                    <a:pt x="90365" y="585607"/>
                  </a:lnTo>
                  <a:cubicBezTo>
                    <a:pt x="91122" y="585983"/>
                    <a:pt x="91582" y="586777"/>
                    <a:pt x="91532" y="587622"/>
                  </a:cubicBezTo>
                  <a:cubicBezTo>
                    <a:pt x="90332" y="608939"/>
                    <a:pt x="90332" y="630552"/>
                    <a:pt x="91532" y="651865"/>
                  </a:cubicBezTo>
                  <a:cubicBezTo>
                    <a:pt x="91582" y="652731"/>
                    <a:pt x="91096" y="653543"/>
                    <a:pt x="90306" y="653906"/>
                  </a:cubicBezTo>
                  <a:lnTo>
                    <a:pt x="4656" y="693360"/>
                  </a:lnTo>
                  <a:lnTo>
                    <a:pt x="23381" y="787463"/>
                  </a:lnTo>
                  <a:lnTo>
                    <a:pt x="119421" y="793445"/>
                  </a:lnTo>
                  <a:cubicBezTo>
                    <a:pt x="120275" y="793500"/>
                    <a:pt x="121010" y="794066"/>
                    <a:pt x="121289" y="794877"/>
                  </a:cubicBezTo>
                  <a:cubicBezTo>
                    <a:pt x="126667" y="810753"/>
                    <a:pt x="133770" y="827930"/>
                    <a:pt x="142985" y="847380"/>
                  </a:cubicBezTo>
                  <a:cubicBezTo>
                    <a:pt x="143356" y="848166"/>
                    <a:pt x="143213" y="849100"/>
                    <a:pt x="142621" y="849738"/>
                  </a:cubicBezTo>
                  <a:lnTo>
                    <a:pt x="77166" y="919904"/>
                  </a:lnTo>
                  <a:lnTo>
                    <a:pt x="129452" y="1000294"/>
                  </a:lnTo>
                  <a:lnTo>
                    <a:pt x="222340" y="969573"/>
                  </a:lnTo>
                  <a:cubicBezTo>
                    <a:pt x="223139" y="969298"/>
                    <a:pt x="224013" y="969543"/>
                    <a:pt x="224571" y="970168"/>
                  </a:cubicBezTo>
                  <a:cubicBezTo>
                    <a:pt x="238205" y="985440"/>
                    <a:pt x="253196" y="1000243"/>
                    <a:pt x="270396" y="1015418"/>
                  </a:cubicBezTo>
                  <a:cubicBezTo>
                    <a:pt x="271047" y="1015993"/>
                    <a:pt x="271283" y="1016914"/>
                    <a:pt x="270983" y="1017733"/>
                  </a:cubicBezTo>
                  <a:lnTo>
                    <a:pt x="237250" y="1110273"/>
                  </a:lnTo>
                  <a:lnTo>
                    <a:pt x="316449" y="1163592"/>
                  </a:lnTo>
                  <a:lnTo>
                    <a:pt x="391495" y="1097342"/>
                  </a:lnTo>
                  <a:cubicBezTo>
                    <a:pt x="392133" y="1096784"/>
                    <a:pt x="393042" y="1096649"/>
                    <a:pt x="393806" y="1097021"/>
                  </a:cubicBezTo>
                  <a:cubicBezTo>
                    <a:pt x="411543" y="1105554"/>
                    <a:pt x="430742" y="1113298"/>
                    <a:pt x="450866" y="1120045"/>
                  </a:cubicBezTo>
                  <a:cubicBezTo>
                    <a:pt x="451690" y="1120324"/>
                    <a:pt x="452260" y="1121084"/>
                    <a:pt x="452302" y="1121954"/>
                  </a:cubicBezTo>
                  <a:lnTo>
                    <a:pt x="457064" y="1222496"/>
                  </a:lnTo>
                  <a:lnTo>
                    <a:pt x="551093" y="1240932"/>
                  </a:lnTo>
                  <a:lnTo>
                    <a:pt x="595182" y="1148713"/>
                  </a:lnTo>
                  <a:cubicBezTo>
                    <a:pt x="595549" y="1147944"/>
                    <a:pt x="596323" y="1147378"/>
                    <a:pt x="597180" y="1147513"/>
                  </a:cubicBezTo>
                  <a:cubicBezTo>
                    <a:pt x="612171" y="1148210"/>
                    <a:pt x="627673" y="1148105"/>
                    <a:pt x="649043" y="1147112"/>
                  </a:cubicBezTo>
                  <a:cubicBezTo>
                    <a:pt x="649077" y="1147108"/>
                    <a:pt x="649111" y="1147108"/>
                    <a:pt x="649140" y="1147108"/>
                  </a:cubicBezTo>
                  <a:close/>
                  <a:moveTo>
                    <a:pt x="620963" y="1102225"/>
                  </a:moveTo>
                  <a:cubicBezTo>
                    <a:pt x="526300" y="1102225"/>
                    <a:pt x="434468" y="1074068"/>
                    <a:pt x="355396" y="1020796"/>
                  </a:cubicBezTo>
                  <a:cubicBezTo>
                    <a:pt x="137319" y="873590"/>
                    <a:pt x="78945" y="575345"/>
                    <a:pt x="225281" y="355961"/>
                  </a:cubicBezTo>
                  <a:cubicBezTo>
                    <a:pt x="314028" y="223148"/>
                    <a:pt x="462206" y="143861"/>
                    <a:pt x="621656" y="143861"/>
                  </a:cubicBezTo>
                  <a:cubicBezTo>
                    <a:pt x="716285" y="143861"/>
                    <a:pt x="807969" y="171984"/>
                    <a:pt x="886797" y="225193"/>
                  </a:cubicBezTo>
                  <a:cubicBezTo>
                    <a:pt x="1105064" y="372518"/>
                    <a:pt x="1163429" y="670762"/>
                    <a:pt x="1016904" y="890023"/>
                  </a:cubicBezTo>
                  <a:cubicBezTo>
                    <a:pt x="928274" y="1022896"/>
                    <a:pt x="780257" y="1102225"/>
                    <a:pt x="620963" y="1102225"/>
                  </a:cubicBezTo>
                  <a:close/>
                  <a:moveTo>
                    <a:pt x="621656" y="148094"/>
                  </a:moveTo>
                  <a:cubicBezTo>
                    <a:pt x="463617" y="148094"/>
                    <a:pt x="316754" y="226680"/>
                    <a:pt x="228787" y="358314"/>
                  </a:cubicBezTo>
                  <a:cubicBezTo>
                    <a:pt x="83745" y="575763"/>
                    <a:pt x="141595" y="871380"/>
                    <a:pt x="357749" y="1017281"/>
                  </a:cubicBezTo>
                  <a:cubicBezTo>
                    <a:pt x="436125" y="1070085"/>
                    <a:pt x="527141" y="1097997"/>
                    <a:pt x="620963" y="1097997"/>
                  </a:cubicBezTo>
                  <a:cubicBezTo>
                    <a:pt x="778850" y="1097997"/>
                    <a:pt x="925553" y="1019368"/>
                    <a:pt x="1013397" y="887670"/>
                  </a:cubicBezTo>
                  <a:cubicBezTo>
                    <a:pt x="1158630" y="670344"/>
                    <a:pt x="1100780" y="374727"/>
                    <a:pt x="884439" y="228704"/>
                  </a:cubicBezTo>
                  <a:cubicBezTo>
                    <a:pt x="806313" y="175968"/>
                    <a:pt x="715444" y="148094"/>
                    <a:pt x="621656" y="148094"/>
                  </a:cubicBezTo>
                  <a:close/>
                </a:path>
              </a:pathLst>
            </a:custGeom>
            <a:solidFill>
              <a:srgbClr val="756271"/>
            </a:solidFill>
          </p:spPr>
          <p:txBody>
            <a:bodyPr lIns="127000" rIns="127000" rtlCol="0" anchor="ctr"/>
            <a:lstStyle/>
            <a:p>
              <a:pPr algn="l"/>
              <a:endParaRPr lang="en-US" sz="1100"/>
            </a:p>
          </p:txBody>
        </p:sp>
        <p:sp>
          <p:nvSpPr>
            <p:cNvPr id="126" name="Freeform 125"/>
            <p:cNvSpPr/>
            <p:nvPr/>
          </p:nvSpPr>
          <p:spPr>
            <a:xfrm>
              <a:off x="6553200" y="1943100"/>
              <a:ext cx="843362" cy="843362"/>
            </a:xfrm>
            <a:custGeom>
              <a:avLst/>
              <a:gdLst/>
              <a:ahLst/>
              <a:cxnLst/>
              <a:rect l="l" t="t" r="r" b="b"/>
              <a:pathLst>
                <a:path w="843362" h="843362">
                  <a:moveTo>
                    <a:pt x="843362" y="421681"/>
                  </a:moveTo>
                  <a:cubicBezTo>
                    <a:pt x="843362" y="654571"/>
                    <a:pt x="654571" y="843362"/>
                    <a:pt x="421681" y="843362"/>
                  </a:cubicBezTo>
                  <a:cubicBezTo>
                    <a:pt x="188791" y="843362"/>
                    <a:pt x="0" y="654571"/>
                    <a:pt x="0" y="421681"/>
                  </a:cubicBezTo>
                  <a:cubicBezTo>
                    <a:pt x="0" y="188791"/>
                    <a:pt x="188791" y="0"/>
                    <a:pt x="421681" y="0"/>
                  </a:cubicBezTo>
                  <a:cubicBezTo>
                    <a:pt x="654571" y="0"/>
                    <a:pt x="843362" y="188791"/>
                    <a:pt x="843362" y="421681"/>
                  </a:cubicBezTo>
                  <a:close/>
                </a:path>
              </a:pathLst>
            </a:custGeom>
            <a:solidFill>
              <a:srgbClr val="756271"/>
            </a:solidFill>
          </p:spPr>
          <p:txBody>
            <a:bodyPr lIns="127000" rIns="127000" rtlCol="0" anchor="ctr"/>
            <a:lstStyle/>
            <a:p>
              <a:pPr algn="l"/>
              <a:endParaRPr lang="en-US" sz="1100"/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6585966" y="2044319"/>
              <a:ext cx="796290" cy="660400"/>
            </a:xfrm>
            <a:prstGeom prst="rect">
              <a:avLst/>
            </a:prstGeom>
          </p:spPr>
          <p:txBody>
            <a:bodyPr lIns="0" tIns="0" rIns="0" bIns="0" rtlCol="0" anchor="ctr">
              <a:spAutoFit/>
            </a:bodyPr>
            <a:lstStyle/>
            <a:p>
              <a:pPr algn="ctr" latinLnBrk="1">
                <a:lnSpc>
                  <a:spcPct val="116199"/>
                </a:lnSpc>
              </a:pPr>
              <a:r>
                <a:rPr lang="en-US" sz="3000">
                  <a:solidFill>
                    <a:srgbClr val="FFFFFF"/>
                  </a:solidFill>
                  <a:latin typeface="Microsoft YaHei"/>
                  <a:ea typeface="Microsoft YaHei"/>
                </a:rPr>
                <a:t>03</a:t>
              </a:r>
              <a:endParaRPr lang="en-US" sz="1100"/>
            </a:p>
          </p:txBody>
        </p:sp>
      </p:grpSp>
      <p:grpSp>
        <p:nvGrpSpPr>
          <p:cNvPr id="128" name="Group 10"/>
          <p:cNvGrpSpPr/>
          <p:nvPr/>
        </p:nvGrpSpPr>
        <p:grpSpPr>
          <a:xfrm>
            <a:off x="7277092" y="3581404"/>
            <a:ext cx="1242185" cy="1246246"/>
            <a:chOff x="7277092" y="3581404"/>
            <a:chExt cx="1242185" cy="1246246"/>
          </a:xfrm>
        </p:grpSpPr>
        <p:sp>
          <p:nvSpPr>
            <p:cNvPr id="129" name="Freeform 128"/>
            <p:cNvSpPr/>
            <p:nvPr/>
          </p:nvSpPr>
          <p:spPr>
            <a:xfrm>
              <a:off x="7277092" y="3581404"/>
              <a:ext cx="1242185" cy="1246246"/>
            </a:xfrm>
            <a:custGeom>
              <a:avLst/>
              <a:gdLst/>
              <a:ahLst/>
              <a:cxnLst/>
              <a:rect l="l" t="t" r="r" b="b"/>
              <a:pathLst>
                <a:path w="1242185" h="1246246">
                  <a:moveTo>
                    <a:pt x="693123" y="1246246"/>
                  </a:moveTo>
                  <a:cubicBezTo>
                    <a:pt x="692316" y="1246246"/>
                    <a:pt x="691564" y="1245777"/>
                    <a:pt x="691214" y="1245021"/>
                  </a:cubicBezTo>
                  <a:lnTo>
                    <a:pt x="647822" y="1151400"/>
                  </a:lnTo>
                  <a:cubicBezTo>
                    <a:pt x="627715" y="1152308"/>
                    <a:pt x="612750" y="1152426"/>
                    <a:pt x="598384" y="1151805"/>
                  </a:cubicBezTo>
                  <a:lnTo>
                    <a:pt x="554190" y="1244231"/>
                  </a:lnTo>
                  <a:cubicBezTo>
                    <a:pt x="553780" y="1245101"/>
                    <a:pt x="552825" y="1245596"/>
                    <a:pt x="551887" y="1245393"/>
                  </a:cubicBezTo>
                  <a:lnTo>
                    <a:pt x="454630" y="1226327"/>
                  </a:lnTo>
                  <a:cubicBezTo>
                    <a:pt x="453680" y="1226142"/>
                    <a:pt x="452974" y="1225326"/>
                    <a:pt x="452928" y="1224350"/>
                  </a:cubicBezTo>
                  <a:lnTo>
                    <a:pt x="448153" y="1123602"/>
                  </a:lnTo>
                  <a:cubicBezTo>
                    <a:pt x="428841" y="1117066"/>
                    <a:pt x="410377" y="1109614"/>
                    <a:pt x="393240" y="1101440"/>
                  </a:cubicBezTo>
                  <a:lnTo>
                    <a:pt x="318017" y="1167842"/>
                  </a:lnTo>
                  <a:cubicBezTo>
                    <a:pt x="317294" y="1168484"/>
                    <a:pt x="316247" y="1168552"/>
                    <a:pt x="315444" y="1168011"/>
                  </a:cubicBezTo>
                  <a:lnTo>
                    <a:pt x="233528" y="1112859"/>
                  </a:lnTo>
                  <a:cubicBezTo>
                    <a:pt x="232721" y="1112318"/>
                    <a:pt x="232387" y="1111291"/>
                    <a:pt x="232721" y="1110375"/>
                  </a:cubicBezTo>
                  <a:lnTo>
                    <a:pt x="266526" y="1017636"/>
                  </a:lnTo>
                  <a:cubicBezTo>
                    <a:pt x="250035" y="1003023"/>
                    <a:pt x="235564" y="988736"/>
                    <a:pt x="222353" y="974021"/>
                  </a:cubicBezTo>
                  <a:lnTo>
                    <a:pt x="129232" y="1004823"/>
                  </a:lnTo>
                  <a:cubicBezTo>
                    <a:pt x="128319" y="1005131"/>
                    <a:pt x="127322" y="1004776"/>
                    <a:pt x="126803" y="1003969"/>
                  </a:cubicBezTo>
                  <a:lnTo>
                    <a:pt x="72726" y="920825"/>
                  </a:lnTo>
                  <a:cubicBezTo>
                    <a:pt x="72198" y="920005"/>
                    <a:pt x="72291" y="918932"/>
                    <a:pt x="72954" y="918218"/>
                  </a:cubicBezTo>
                  <a:lnTo>
                    <a:pt x="138561" y="847896"/>
                  </a:lnTo>
                  <a:cubicBezTo>
                    <a:pt x="129823" y="829371"/>
                    <a:pt x="123004" y="812882"/>
                    <a:pt x="117748" y="797585"/>
                  </a:cubicBezTo>
                  <a:lnTo>
                    <a:pt x="21501" y="791586"/>
                  </a:lnTo>
                  <a:cubicBezTo>
                    <a:pt x="20546" y="791527"/>
                    <a:pt x="19752" y="790830"/>
                    <a:pt x="19562" y="789888"/>
                  </a:cubicBezTo>
                  <a:lnTo>
                    <a:pt x="194" y="692548"/>
                  </a:lnTo>
                  <a:cubicBezTo>
                    <a:pt x="0" y="691589"/>
                    <a:pt x="494" y="690626"/>
                    <a:pt x="1381" y="690216"/>
                  </a:cubicBezTo>
                  <a:lnTo>
                    <a:pt x="87243" y="650661"/>
                  </a:lnTo>
                  <a:cubicBezTo>
                    <a:pt x="86136" y="630126"/>
                    <a:pt x="86136" y="609319"/>
                    <a:pt x="87243" y="588779"/>
                  </a:cubicBezTo>
                  <a:lnTo>
                    <a:pt x="2129" y="546407"/>
                  </a:lnTo>
                  <a:cubicBezTo>
                    <a:pt x="1276" y="545984"/>
                    <a:pt x="811" y="545034"/>
                    <a:pt x="1001" y="544100"/>
                  </a:cubicBezTo>
                  <a:lnTo>
                    <a:pt x="20369" y="446761"/>
                  </a:lnTo>
                  <a:cubicBezTo>
                    <a:pt x="20563" y="445793"/>
                    <a:pt x="21395" y="445088"/>
                    <a:pt x="22376" y="445058"/>
                  </a:cubicBezTo>
                  <a:lnTo>
                    <a:pt x="115762" y="442262"/>
                  </a:lnTo>
                  <a:cubicBezTo>
                    <a:pt x="121880" y="425067"/>
                    <a:pt x="129359" y="406995"/>
                    <a:pt x="138582" y="387105"/>
                  </a:cubicBezTo>
                  <a:lnTo>
                    <a:pt x="76144" y="316360"/>
                  </a:lnTo>
                  <a:cubicBezTo>
                    <a:pt x="75506" y="315637"/>
                    <a:pt x="75434" y="314577"/>
                    <a:pt x="75971" y="313779"/>
                  </a:cubicBezTo>
                  <a:lnTo>
                    <a:pt x="130850" y="231449"/>
                  </a:lnTo>
                  <a:cubicBezTo>
                    <a:pt x="131395" y="230634"/>
                    <a:pt x="132422" y="230300"/>
                    <a:pt x="133335" y="230643"/>
                  </a:cubicBezTo>
                  <a:lnTo>
                    <a:pt x="221567" y="263392"/>
                  </a:lnTo>
                  <a:cubicBezTo>
                    <a:pt x="232324" y="251178"/>
                    <a:pt x="244319" y="238995"/>
                    <a:pt x="257256" y="227145"/>
                  </a:cubicBezTo>
                  <a:lnTo>
                    <a:pt x="225048" y="138035"/>
                  </a:lnTo>
                  <a:cubicBezTo>
                    <a:pt x="224723" y="137131"/>
                    <a:pt x="225048" y="136117"/>
                    <a:pt x="225838" y="135568"/>
                  </a:cubicBezTo>
                  <a:lnTo>
                    <a:pt x="306951" y="79600"/>
                  </a:lnTo>
                  <a:cubicBezTo>
                    <a:pt x="307746" y="79051"/>
                    <a:pt x="308827" y="79119"/>
                    <a:pt x="309554" y="79769"/>
                  </a:cubicBezTo>
                  <a:lnTo>
                    <a:pt x="379914" y="142889"/>
                  </a:lnTo>
                  <a:cubicBezTo>
                    <a:pt x="399878" y="132936"/>
                    <a:pt x="421050" y="124225"/>
                    <a:pt x="444537" y="116295"/>
                  </a:cubicBezTo>
                  <a:lnTo>
                    <a:pt x="450105" y="20790"/>
                  </a:lnTo>
                  <a:cubicBezTo>
                    <a:pt x="450160" y="19822"/>
                    <a:pt x="450866" y="19019"/>
                    <a:pt x="451812" y="18834"/>
                  </a:cubicBezTo>
                  <a:lnTo>
                    <a:pt x="548664" y="178"/>
                  </a:lnTo>
                  <a:cubicBezTo>
                    <a:pt x="549619" y="0"/>
                    <a:pt x="550565" y="482"/>
                    <a:pt x="550975" y="1365"/>
                  </a:cubicBezTo>
                  <a:lnTo>
                    <a:pt x="591540" y="88502"/>
                  </a:lnTo>
                  <a:cubicBezTo>
                    <a:pt x="608571" y="87830"/>
                    <a:pt x="626980" y="88092"/>
                    <a:pt x="646639" y="89283"/>
                  </a:cubicBezTo>
                  <a:lnTo>
                    <a:pt x="688400" y="1749"/>
                  </a:lnTo>
                  <a:cubicBezTo>
                    <a:pt x="688814" y="879"/>
                    <a:pt x="689773" y="402"/>
                    <a:pt x="690711" y="587"/>
                  </a:cubicBezTo>
                  <a:lnTo>
                    <a:pt x="787562" y="19649"/>
                  </a:lnTo>
                  <a:cubicBezTo>
                    <a:pt x="788513" y="19835"/>
                    <a:pt x="789214" y="20650"/>
                    <a:pt x="789257" y="21622"/>
                  </a:cubicBezTo>
                  <a:lnTo>
                    <a:pt x="794035" y="119565"/>
                  </a:lnTo>
                  <a:cubicBezTo>
                    <a:pt x="812925" y="126219"/>
                    <a:pt x="831799" y="134330"/>
                    <a:pt x="850186" y="143696"/>
                  </a:cubicBezTo>
                  <a:lnTo>
                    <a:pt x="924172" y="78139"/>
                  </a:lnTo>
                  <a:cubicBezTo>
                    <a:pt x="924882" y="77501"/>
                    <a:pt x="925942" y="77425"/>
                    <a:pt x="926745" y="77965"/>
                  </a:cubicBezTo>
                  <a:lnTo>
                    <a:pt x="1009066" y="133532"/>
                  </a:lnTo>
                  <a:cubicBezTo>
                    <a:pt x="1009869" y="134072"/>
                    <a:pt x="1010203" y="135099"/>
                    <a:pt x="1009869" y="136011"/>
                  </a:cubicBezTo>
                  <a:lnTo>
                    <a:pt x="975650" y="229996"/>
                  </a:lnTo>
                  <a:cubicBezTo>
                    <a:pt x="990793" y="244085"/>
                    <a:pt x="1004710" y="258593"/>
                    <a:pt x="1017056" y="273159"/>
                  </a:cubicBezTo>
                  <a:lnTo>
                    <a:pt x="1112957" y="241563"/>
                  </a:lnTo>
                  <a:cubicBezTo>
                    <a:pt x="1113865" y="241267"/>
                    <a:pt x="1114854" y="241610"/>
                    <a:pt x="1115382" y="242412"/>
                  </a:cubicBezTo>
                  <a:lnTo>
                    <a:pt x="1169860" y="325557"/>
                  </a:lnTo>
                  <a:cubicBezTo>
                    <a:pt x="1170397" y="326372"/>
                    <a:pt x="1170299" y="327458"/>
                    <a:pt x="1169628" y="328168"/>
                  </a:cubicBezTo>
                  <a:lnTo>
                    <a:pt x="1099597" y="402559"/>
                  </a:lnTo>
                  <a:cubicBezTo>
                    <a:pt x="1106543" y="417446"/>
                    <a:pt x="1112597" y="432718"/>
                    <a:pt x="1117604" y="447994"/>
                  </a:cubicBezTo>
                  <a:lnTo>
                    <a:pt x="1220696" y="454796"/>
                  </a:lnTo>
                  <a:cubicBezTo>
                    <a:pt x="1221647" y="454859"/>
                    <a:pt x="1222437" y="455552"/>
                    <a:pt x="1222623" y="456494"/>
                  </a:cubicBezTo>
                  <a:lnTo>
                    <a:pt x="1241995" y="553829"/>
                  </a:lnTo>
                  <a:cubicBezTo>
                    <a:pt x="1242185" y="554792"/>
                    <a:pt x="1241695" y="555760"/>
                    <a:pt x="1240803" y="556170"/>
                  </a:cubicBezTo>
                  <a:lnTo>
                    <a:pt x="1146859" y="599379"/>
                  </a:lnTo>
                  <a:cubicBezTo>
                    <a:pt x="1147475" y="614794"/>
                    <a:pt x="1147344" y="631959"/>
                    <a:pt x="1146453" y="653141"/>
                  </a:cubicBezTo>
                  <a:lnTo>
                    <a:pt x="1240461" y="699975"/>
                  </a:lnTo>
                  <a:cubicBezTo>
                    <a:pt x="1241319" y="700406"/>
                    <a:pt x="1241779" y="701357"/>
                    <a:pt x="1241589" y="702299"/>
                  </a:cubicBezTo>
                  <a:lnTo>
                    <a:pt x="1221816" y="799232"/>
                  </a:lnTo>
                  <a:cubicBezTo>
                    <a:pt x="1221617" y="800187"/>
                    <a:pt x="1220793" y="800888"/>
                    <a:pt x="1219821" y="800922"/>
                  </a:cubicBezTo>
                  <a:lnTo>
                    <a:pt x="1115128" y="804526"/>
                  </a:lnTo>
                  <a:cubicBezTo>
                    <a:pt x="1109889" y="819401"/>
                    <a:pt x="1103446" y="834808"/>
                    <a:pt x="1095955" y="850371"/>
                  </a:cubicBezTo>
                  <a:lnTo>
                    <a:pt x="1166045" y="929616"/>
                  </a:lnTo>
                  <a:cubicBezTo>
                    <a:pt x="1166683" y="930339"/>
                    <a:pt x="1166755" y="931399"/>
                    <a:pt x="1166222" y="932202"/>
                  </a:cubicBezTo>
                  <a:lnTo>
                    <a:pt x="1111338" y="1014539"/>
                  </a:lnTo>
                  <a:cubicBezTo>
                    <a:pt x="1110789" y="1015351"/>
                    <a:pt x="1109767" y="1015689"/>
                    <a:pt x="1108846" y="1015342"/>
                  </a:cubicBezTo>
                  <a:lnTo>
                    <a:pt x="1010520" y="978533"/>
                  </a:lnTo>
                  <a:cubicBezTo>
                    <a:pt x="1002247" y="987781"/>
                    <a:pt x="993146" y="997159"/>
                    <a:pt x="981282" y="1008659"/>
                  </a:cubicBezTo>
                  <a:lnTo>
                    <a:pt x="1017136" y="1107945"/>
                  </a:lnTo>
                  <a:cubicBezTo>
                    <a:pt x="1017466" y="1108845"/>
                    <a:pt x="1017145" y="1109855"/>
                    <a:pt x="1016354" y="1110404"/>
                  </a:cubicBezTo>
                  <a:lnTo>
                    <a:pt x="935246" y="1166782"/>
                  </a:lnTo>
                  <a:cubicBezTo>
                    <a:pt x="934443" y="1167339"/>
                    <a:pt x="933361" y="1167267"/>
                    <a:pt x="932639" y="1166621"/>
                  </a:cubicBezTo>
                  <a:lnTo>
                    <a:pt x="854618" y="1096611"/>
                  </a:lnTo>
                  <a:cubicBezTo>
                    <a:pt x="836214" y="1105981"/>
                    <a:pt x="817328" y="1114097"/>
                    <a:pt x="798450" y="1120746"/>
                  </a:cubicBezTo>
                  <a:lnTo>
                    <a:pt x="792079" y="1225199"/>
                  </a:lnTo>
                  <a:cubicBezTo>
                    <a:pt x="792024" y="1226163"/>
                    <a:pt x="791323" y="1226965"/>
                    <a:pt x="790385" y="1227147"/>
                  </a:cubicBezTo>
                  <a:lnTo>
                    <a:pt x="693533" y="1246204"/>
                  </a:lnTo>
                  <a:cubicBezTo>
                    <a:pt x="693398" y="1246234"/>
                    <a:pt x="693263" y="1246246"/>
                    <a:pt x="693123" y="1246246"/>
                  </a:cubicBezTo>
                  <a:close/>
                  <a:moveTo>
                    <a:pt x="649140" y="1147108"/>
                  </a:moveTo>
                  <a:cubicBezTo>
                    <a:pt x="649960" y="1147108"/>
                    <a:pt x="650708" y="1147581"/>
                    <a:pt x="651054" y="1148329"/>
                  </a:cubicBezTo>
                  <a:lnTo>
                    <a:pt x="694340" y="1241734"/>
                  </a:lnTo>
                  <a:lnTo>
                    <a:pt x="787968" y="1223311"/>
                  </a:lnTo>
                  <a:lnTo>
                    <a:pt x="794327" y="1119082"/>
                  </a:lnTo>
                  <a:cubicBezTo>
                    <a:pt x="794382" y="1118232"/>
                    <a:pt x="794935" y="1117493"/>
                    <a:pt x="795738" y="1117210"/>
                  </a:cubicBezTo>
                  <a:cubicBezTo>
                    <a:pt x="815317" y="1110387"/>
                    <a:pt x="834913" y="1101968"/>
                    <a:pt x="853989" y="1092183"/>
                  </a:cubicBezTo>
                  <a:cubicBezTo>
                    <a:pt x="854762" y="1091778"/>
                    <a:pt x="855704" y="1091913"/>
                    <a:pt x="856355" y="1092492"/>
                  </a:cubicBezTo>
                  <a:lnTo>
                    <a:pt x="934206" y="1162350"/>
                  </a:lnTo>
                  <a:lnTo>
                    <a:pt x="1012615" y="1107857"/>
                  </a:lnTo>
                  <a:lnTo>
                    <a:pt x="976850" y="1008807"/>
                  </a:lnTo>
                  <a:cubicBezTo>
                    <a:pt x="976567" y="1008021"/>
                    <a:pt x="976770" y="1007146"/>
                    <a:pt x="977370" y="1006563"/>
                  </a:cubicBezTo>
                  <a:cubicBezTo>
                    <a:pt x="990100" y="994257"/>
                    <a:pt x="999653" y="984410"/>
                    <a:pt x="1008331" y="974634"/>
                  </a:cubicBezTo>
                  <a:cubicBezTo>
                    <a:pt x="1008914" y="973983"/>
                    <a:pt x="1009835" y="973768"/>
                    <a:pt x="1010646" y="974059"/>
                  </a:cubicBezTo>
                  <a:lnTo>
                    <a:pt x="1108757" y="1010792"/>
                  </a:lnTo>
                  <a:lnTo>
                    <a:pt x="1161807" y="931205"/>
                  </a:lnTo>
                  <a:lnTo>
                    <a:pt x="1091861" y="852124"/>
                  </a:lnTo>
                  <a:cubicBezTo>
                    <a:pt x="1091295" y="851482"/>
                    <a:pt x="1091168" y="850561"/>
                    <a:pt x="1091544" y="849792"/>
                  </a:cubicBezTo>
                  <a:cubicBezTo>
                    <a:pt x="1099457" y="833469"/>
                    <a:pt x="1106213" y="817309"/>
                    <a:pt x="1111626" y="801763"/>
                  </a:cubicBezTo>
                  <a:cubicBezTo>
                    <a:pt x="1111913" y="800939"/>
                    <a:pt x="1112673" y="800377"/>
                    <a:pt x="1113544" y="800343"/>
                  </a:cubicBezTo>
                  <a:lnTo>
                    <a:pt x="1218013" y="796748"/>
                  </a:lnTo>
                  <a:lnTo>
                    <a:pt x="1237127" y="703042"/>
                  </a:lnTo>
                  <a:lnTo>
                    <a:pt x="1143348" y="656322"/>
                  </a:lnTo>
                  <a:cubicBezTo>
                    <a:pt x="1142604" y="655942"/>
                    <a:pt x="1142143" y="655169"/>
                    <a:pt x="1142177" y="654333"/>
                  </a:cubicBezTo>
                  <a:cubicBezTo>
                    <a:pt x="1143145" y="631984"/>
                    <a:pt x="1143276" y="614127"/>
                    <a:pt x="1142583" y="598137"/>
                  </a:cubicBezTo>
                  <a:cubicBezTo>
                    <a:pt x="1142545" y="597279"/>
                    <a:pt x="1143031" y="596481"/>
                    <a:pt x="1143812" y="596122"/>
                  </a:cubicBezTo>
                  <a:lnTo>
                    <a:pt x="1237533" y="553018"/>
                  </a:lnTo>
                  <a:lnTo>
                    <a:pt x="1218803" y="458911"/>
                  </a:lnTo>
                  <a:lnTo>
                    <a:pt x="1115901" y="452126"/>
                  </a:lnTo>
                  <a:cubicBezTo>
                    <a:pt x="1115040" y="452067"/>
                    <a:pt x="1114300" y="451492"/>
                    <a:pt x="1114034" y="450664"/>
                  </a:cubicBezTo>
                  <a:cubicBezTo>
                    <a:pt x="1108854" y="434653"/>
                    <a:pt x="1102504" y="418638"/>
                    <a:pt x="1095165" y="403057"/>
                  </a:cubicBezTo>
                  <a:cubicBezTo>
                    <a:pt x="1094793" y="402271"/>
                    <a:pt x="1094945" y="401338"/>
                    <a:pt x="1095541" y="400700"/>
                  </a:cubicBezTo>
                  <a:lnTo>
                    <a:pt x="1165419" y="326482"/>
                  </a:lnTo>
                  <a:lnTo>
                    <a:pt x="1112741" y="246092"/>
                  </a:lnTo>
                  <a:lnTo>
                    <a:pt x="1017022" y="277624"/>
                  </a:lnTo>
                  <a:cubicBezTo>
                    <a:pt x="1016194" y="277895"/>
                    <a:pt x="1015311" y="277637"/>
                    <a:pt x="1014753" y="276982"/>
                  </a:cubicBezTo>
                  <a:cubicBezTo>
                    <a:pt x="1002010" y="261854"/>
                    <a:pt x="987548" y="246768"/>
                    <a:pt x="971754" y="232151"/>
                  </a:cubicBezTo>
                  <a:cubicBezTo>
                    <a:pt x="971129" y="231572"/>
                    <a:pt x="970909" y="230672"/>
                    <a:pt x="971201" y="229869"/>
                  </a:cubicBezTo>
                  <a:lnTo>
                    <a:pt x="1005340" y="136117"/>
                  </a:lnTo>
                  <a:lnTo>
                    <a:pt x="925739" y="82388"/>
                  </a:lnTo>
                  <a:lnTo>
                    <a:pt x="851902" y="147819"/>
                  </a:lnTo>
                  <a:cubicBezTo>
                    <a:pt x="851247" y="148398"/>
                    <a:pt x="850317" y="148512"/>
                    <a:pt x="849548" y="148119"/>
                  </a:cubicBezTo>
                  <a:cubicBezTo>
                    <a:pt x="830493" y="138343"/>
                    <a:pt x="810902" y="129920"/>
                    <a:pt x="791302" y="123088"/>
                  </a:cubicBezTo>
                  <a:cubicBezTo>
                    <a:pt x="790490" y="122805"/>
                    <a:pt x="789928" y="122058"/>
                    <a:pt x="789890" y="121196"/>
                  </a:cubicBezTo>
                  <a:lnTo>
                    <a:pt x="785124" y="23481"/>
                  </a:lnTo>
                  <a:lnTo>
                    <a:pt x="691501" y="5057"/>
                  </a:lnTo>
                  <a:lnTo>
                    <a:pt x="649833" y="92397"/>
                  </a:lnTo>
                  <a:cubicBezTo>
                    <a:pt x="649461" y="93178"/>
                    <a:pt x="648654" y="93622"/>
                    <a:pt x="647797" y="93596"/>
                  </a:cubicBezTo>
                  <a:cubicBezTo>
                    <a:pt x="627221" y="92304"/>
                    <a:pt x="607963" y="92029"/>
                    <a:pt x="590315" y="92785"/>
                  </a:cubicBezTo>
                  <a:cubicBezTo>
                    <a:pt x="589440" y="92861"/>
                    <a:pt x="588671" y="92342"/>
                    <a:pt x="588312" y="91564"/>
                  </a:cubicBezTo>
                  <a:lnTo>
                    <a:pt x="547844" y="4647"/>
                  </a:lnTo>
                  <a:lnTo>
                    <a:pt x="454221" y="22682"/>
                  </a:lnTo>
                  <a:lnTo>
                    <a:pt x="448669" y="117968"/>
                  </a:lnTo>
                  <a:cubicBezTo>
                    <a:pt x="448618" y="118834"/>
                    <a:pt x="448048" y="119578"/>
                    <a:pt x="447228" y="119852"/>
                  </a:cubicBezTo>
                  <a:cubicBezTo>
                    <a:pt x="422883" y="128010"/>
                    <a:pt x="401061" y="136992"/>
                    <a:pt x="380518" y="147316"/>
                  </a:cubicBezTo>
                  <a:cubicBezTo>
                    <a:pt x="379741" y="147705"/>
                    <a:pt x="378811" y="147583"/>
                    <a:pt x="378165" y="147004"/>
                  </a:cubicBezTo>
                  <a:lnTo>
                    <a:pt x="307974" y="84032"/>
                  </a:lnTo>
                  <a:lnTo>
                    <a:pt x="229573" y="138128"/>
                  </a:lnTo>
                  <a:lnTo>
                    <a:pt x="261705" y="227035"/>
                  </a:lnTo>
                  <a:cubicBezTo>
                    <a:pt x="261997" y="227842"/>
                    <a:pt x="261773" y="228746"/>
                    <a:pt x="261139" y="229325"/>
                  </a:cubicBezTo>
                  <a:cubicBezTo>
                    <a:pt x="247530" y="241720"/>
                    <a:pt x="234960" y="254486"/>
                    <a:pt x="223781" y="267274"/>
                  </a:cubicBezTo>
                  <a:cubicBezTo>
                    <a:pt x="223206" y="267937"/>
                    <a:pt x="222285" y="268174"/>
                    <a:pt x="221461" y="267866"/>
                  </a:cubicBezTo>
                  <a:lnTo>
                    <a:pt x="133432" y="235188"/>
                  </a:lnTo>
                  <a:lnTo>
                    <a:pt x="80382" y="314776"/>
                  </a:lnTo>
                  <a:lnTo>
                    <a:pt x="142659" y="385339"/>
                  </a:lnTo>
                  <a:cubicBezTo>
                    <a:pt x="143217" y="385969"/>
                    <a:pt x="143348" y="386873"/>
                    <a:pt x="142993" y="387637"/>
                  </a:cubicBezTo>
                  <a:cubicBezTo>
                    <a:pt x="133309" y="408431"/>
                    <a:pt x="125543" y="427205"/>
                    <a:pt x="119257" y="445041"/>
                  </a:cubicBezTo>
                  <a:cubicBezTo>
                    <a:pt x="118969" y="445865"/>
                    <a:pt x="118205" y="446423"/>
                    <a:pt x="117334" y="446452"/>
                  </a:cubicBezTo>
                  <a:lnTo>
                    <a:pt x="24180" y="449236"/>
                  </a:lnTo>
                  <a:lnTo>
                    <a:pt x="5454" y="543335"/>
                  </a:lnTo>
                  <a:lnTo>
                    <a:pt x="90365" y="585607"/>
                  </a:lnTo>
                  <a:cubicBezTo>
                    <a:pt x="91122" y="585983"/>
                    <a:pt x="91582" y="586777"/>
                    <a:pt x="91532" y="587622"/>
                  </a:cubicBezTo>
                  <a:cubicBezTo>
                    <a:pt x="90332" y="608939"/>
                    <a:pt x="90332" y="630552"/>
                    <a:pt x="91532" y="651865"/>
                  </a:cubicBezTo>
                  <a:cubicBezTo>
                    <a:pt x="91582" y="652731"/>
                    <a:pt x="91096" y="653543"/>
                    <a:pt x="90306" y="653906"/>
                  </a:cubicBezTo>
                  <a:lnTo>
                    <a:pt x="4656" y="693360"/>
                  </a:lnTo>
                  <a:lnTo>
                    <a:pt x="23381" y="787463"/>
                  </a:lnTo>
                  <a:lnTo>
                    <a:pt x="119421" y="793445"/>
                  </a:lnTo>
                  <a:cubicBezTo>
                    <a:pt x="120275" y="793500"/>
                    <a:pt x="121010" y="794066"/>
                    <a:pt x="121289" y="794877"/>
                  </a:cubicBezTo>
                  <a:cubicBezTo>
                    <a:pt x="126667" y="810753"/>
                    <a:pt x="133770" y="827930"/>
                    <a:pt x="142985" y="847380"/>
                  </a:cubicBezTo>
                  <a:cubicBezTo>
                    <a:pt x="143356" y="848166"/>
                    <a:pt x="143213" y="849100"/>
                    <a:pt x="142621" y="849738"/>
                  </a:cubicBezTo>
                  <a:lnTo>
                    <a:pt x="77166" y="919904"/>
                  </a:lnTo>
                  <a:lnTo>
                    <a:pt x="129452" y="1000294"/>
                  </a:lnTo>
                  <a:lnTo>
                    <a:pt x="222340" y="969573"/>
                  </a:lnTo>
                  <a:cubicBezTo>
                    <a:pt x="223139" y="969298"/>
                    <a:pt x="224013" y="969543"/>
                    <a:pt x="224571" y="970168"/>
                  </a:cubicBezTo>
                  <a:cubicBezTo>
                    <a:pt x="238205" y="985440"/>
                    <a:pt x="253196" y="1000243"/>
                    <a:pt x="270396" y="1015418"/>
                  </a:cubicBezTo>
                  <a:cubicBezTo>
                    <a:pt x="271047" y="1015993"/>
                    <a:pt x="271283" y="1016914"/>
                    <a:pt x="270983" y="1017733"/>
                  </a:cubicBezTo>
                  <a:lnTo>
                    <a:pt x="237250" y="1110273"/>
                  </a:lnTo>
                  <a:lnTo>
                    <a:pt x="316449" y="1163592"/>
                  </a:lnTo>
                  <a:lnTo>
                    <a:pt x="391495" y="1097342"/>
                  </a:lnTo>
                  <a:cubicBezTo>
                    <a:pt x="392133" y="1096784"/>
                    <a:pt x="393042" y="1096649"/>
                    <a:pt x="393806" y="1097021"/>
                  </a:cubicBezTo>
                  <a:cubicBezTo>
                    <a:pt x="411543" y="1105554"/>
                    <a:pt x="430742" y="1113298"/>
                    <a:pt x="450866" y="1120045"/>
                  </a:cubicBezTo>
                  <a:cubicBezTo>
                    <a:pt x="451690" y="1120324"/>
                    <a:pt x="452260" y="1121084"/>
                    <a:pt x="452302" y="1121954"/>
                  </a:cubicBezTo>
                  <a:lnTo>
                    <a:pt x="457064" y="1222496"/>
                  </a:lnTo>
                  <a:lnTo>
                    <a:pt x="551093" y="1240932"/>
                  </a:lnTo>
                  <a:lnTo>
                    <a:pt x="595182" y="1148713"/>
                  </a:lnTo>
                  <a:cubicBezTo>
                    <a:pt x="595549" y="1147944"/>
                    <a:pt x="596323" y="1147378"/>
                    <a:pt x="597180" y="1147513"/>
                  </a:cubicBezTo>
                  <a:cubicBezTo>
                    <a:pt x="612171" y="1148210"/>
                    <a:pt x="627673" y="1148105"/>
                    <a:pt x="649043" y="1147112"/>
                  </a:cubicBezTo>
                  <a:cubicBezTo>
                    <a:pt x="649077" y="1147108"/>
                    <a:pt x="649111" y="1147108"/>
                    <a:pt x="649140" y="1147108"/>
                  </a:cubicBezTo>
                  <a:close/>
                  <a:moveTo>
                    <a:pt x="620963" y="1102225"/>
                  </a:moveTo>
                  <a:cubicBezTo>
                    <a:pt x="526300" y="1102225"/>
                    <a:pt x="434468" y="1074068"/>
                    <a:pt x="355396" y="1020796"/>
                  </a:cubicBezTo>
                  <a:cubicBezTo>
                    <a:pt x="137319" y="873590"/>
                    <a:pt x="78945" y="575345"/>
                    <a:pt x="225281" y="355961"/>
                  </a:cubicBezTo>
                  <a:cubicBezTo>
                    <a:pt x="314028" y="223148"/>
                    <a:pt x="462206" y="143861"/>
                    <a:pt x="621656" y="143861"/>
                  </a:cubicBezTo>
                  <a:cubicBezTo>
                    <a:pt x="716285" y="143861"/>
                    <a:pt x="807969" y="171984"/>
                    <a:pt x="886797" y="225193"/>
                  </a:cubicBezTo>
                  <a:cubicBezTo>
                    <a:pt x="1105064" y="372518"/>
                    <a:pt x="1163429" y="670762"/>
                    <a:pt x="1016904" y="890023"/>
                  </a:cubicBezTo>
                  <a:cubicBezTo>
                    <a:pt x="928274" y="1022896"/>
                    <a:pt x="780257" y="1102225"/>
                    <a:pt x="620963" y="1102225"/>
                  </a:cubicBezTo>
                  <a:close/>
                  <a:moveTo>
                    <a:pt x="621656" y="148094"/>
                  </a:moveTo>
                  <a:cubicBezTo>
                    <a:pt x="463617" y="148094"/>
                    <a:pt x="316754" y="226680"/>
                    <a:pt x="228787" y="358314"/>
                  </a:cubicBezTo>
                  <a:cubicBezTo>
                    <a:pt x="83745" y="575763"/>
                    <a:pt x="141595" y="871380"/>
                    <a:pt x="357749" y="1017281"/>
                  </a:cubicBezTo>
                  <a:cubicBezTo>
                    <a:pt x="436125" y="1070085"/>
                    <a:pt x="527141" y="1097997"/>
                    <a:pt x="620963" y="1097997"/>
                  </a:cubicBezTo>
                  <a:cubicBezTo>
                    <a:pt x="778850" y="1097997"/>
                    <a:pt x="925553" y="1019368"/>
                    <a:pt x="1013397" y="887670"/>
                  </a:cubicBezTo>
                  <a:cubicBezTo>
                    <a:pt x="1158630" y="670344"/>
                    <a:pt x="1100780" y="374727"/>
                    <a:pt x="884439" y="228704"/>
                  </a:cubicBezTo>
                  <a:cubicBezTo>
                    <a:pt x="806313" y="175968"/>
                    <a:pt x="715444" y="148094"/>
                    <a:pt x="621656" y="148094"/>
                  </a:cubicBezTo>
                  <a:close/>
                </a:path>
              </a:pathLst>
            </a:custGeom>
            <a:solidFill>
              <a:srgbClr val="858976"/>
            </a:solidFill>
          </p:spPr>
          <p:txBody>
            <a:bodyPr lIns="127000" rIns="127000" rtlCol="0" anchor="ctr"/>
            <a:lstStyle/>
            <a:p>
              <a:pPr algn="l"/>
              <a:endParaRPr lang="en-US" sz="1100"/>
            </a:p>
          </p:txBody>
        </p:sp>
        <p:sp>
          <p:nvSpPr>
            <p:cNvPr id="130" name="Freeform 129"/>
            <p:cNvSpPr/>
            <p:nvPr/>
          </p:nvSpPr>
          <p:spPr>
            <a:xfrm>
              <a:off x="7480300" y="3784600"/>
              <a:ext cx="843362" cy="843362"/>
            </a:xfrm>
            <a:custGeom>
              <a:avLst/>
              <a:gdLst/>
              <a:ahLst/>
              <a:cxnLst/>
              <a:rect l="l" t="t" r="r" b="b"/>
              <a:pathLst>
                <a:path w="843362" h="843362">
                  <a:moveTo>
                    <a:pt x="843362" y="421681"/>
                  </a:moveTo>
                  <a:cubicBezTo>
                    <a:pt x="843362" y="654571"/>
                    <a:pt x="654571" y="843362"/>
                    <a:pt x="421681" y="843362"/>
                  </a:cubicBezTo>
                  <a:cubicBezTo>
                    <a:pt x="188791" y="843362"/>
                    <a:pt x="0" y="654571"/>
                    <a:pt x="0" y="421681"/>
                  </a:cubicBezTo>
                  <a:cubicBezTo>
                    <a:pt x="0" y="188791"/>
                    <a:pt x="188791" y="0"/>
                    <a:pt x="421681" y="0"/>
                  </a:cubicBezTo>
                  <a:cubicBezTo>
                    <a:pt x="654571" y="0"/>
                    <a:pt x="843362" y="188791"/>
                    <a:pt x="843362" y="421681"/>
                  </a:cubicBezTo>
                  <a:close/>
                </a:path>
              </a:pathLst>
            </a:custGeom>
            <a:solidFill>
              <a:srgbClr val="858976"/>
            </a:solidFill>
          </p:spPr>
          <p:txBody>
            <a:bodyPr lIns="127000" rIns="127000" rtlCol="0" anchor="ctr"/>
            <a:lstStyle/>
            <a:p>
              <a:pPr algn="l"/>
              <a:endParaRPr lang="en-US" sz="1100"/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7508748" y="3888740"/>
              <a:ext cx="796290" cy="660400"/>
            </a:xfrm>
            <a:prstGeom prst="rect">
              <a:avLst/>
            </a:prstGeom>
          </p:spPr>
          <p:txBody>
            <a:bodyPr lIns="0" tIns="0" rIns="0" bIns="0" rtlCol="0" anchor="ctr">
              <a:spAutoFit/>
            </a:bodyPr>
            <a:lstStyle/>
            <a:p>
              <a:pPr algn="ctr" latinLnBrk="1">
                <a:lnSpc>
                  <a:spcPct val="116199"/>
                </a:lnSpc>
              </a:pPr>
              <a:r>
                <a:rPr lang="en-US" sz="3000">
                  <a:solidFill>
                    <a:srgbClr val="FFFFFF"/>
                  </a:solidFill>
                  <a:latin typeface="Microsoft YaHei"/>
                  <a:ea typeface="Microsoft YaHei"/>
                </a:rPr>
                <a:t>04</a:t>
              </a:r>
              <a:endParaRPr lang="en-US" sz="1100"/>
            </a:p>
          </p:txBody>
        </p:sp>
      </p:grpSp>
      <p:sp>
        <p:nvSpPr>
          <p:cNvPr id="132" name="TextBox 11"/>
          <p:cNvSpPr txBox="1"/>
          <p:nvPr/>
        </p:nvSpPr>
        <p:spPr>
          <a:xfrm>
            <a:off x="1088517" y="3909568"/>
            <a:ext cx="1838706" cy="77470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ctr" latinLnBrk="1">
              <a:lnSpc>
                <a:spcPct val="116199"/>
              </a:lnSpc>
            </a:pPr>
            <a:r>
              <a:rPr lang="en-US" sz="1200">
                <a:solidFill>
                  <a:srgbClr val="42464B"/>
                </a:solidFill>
                <a:latin typeface="Microsoft YaHei"/>
                <a:ea typeface="Microsoft YaHei"/>
              </a:rPr>
              <a:t>在线申报职称</a:t>
            </a:r>
            <a:endParaRPr lang="en-US" sz="1100"/>
          </a:p>
          <a:p>
            <a:pPr algn="ctr" latinLnBrk="1">
              <a:lnSpc>
                <a:spcPct val="116199"/>
              </a:lnSpc>
            </a:pPr>
            <a:r>
              <a:rPr lang="en-US" sz="1200">
                <a:solidFill>
                  <a:srgbClr val="42464B"/>
                </a:solidFill>
                <a:latin typeface="Microsoft YaHei"/>
                <a:ea typeface="Microsoft YaHei"/>
              </a:rPr>
              <a:t>在线下载上传资料</a:t>
            </a:r>
          </a:p>
          <a:p>
            <a:pPr algn="ctr" latinLnBrk="1">
              <a:lnSpc>
                <a:spcPct val="116199"/>
              </a:lnSpc>
            </a:pPr>
            <a:r>
              <a:rPr lang="en-US" sz="1200">
                <a:solidFill>
                  <a:srgbClr val="42464B"/>
                </a:solidFill>
                <a:latin typeface="Microsoft YaHei"/>
                <a:ea typeface="Microsoft YaHei"/>
              </a:rPr>
              <a:t>在线查看审核结果</a:t>
            </a:r>
          </a:p>
        </p:txBody>
      </p:sp>
      <p:sp>
        <p:nvSpPr>
          <p:cNvPr id="133" name="TextBox 12"/>
          <p:cNvSpPr txBox="1"/>
          <p:nvPr/>
        </p:nvSpPr>
        <p:spPr>
          <a:xfrm>
            <a:off x="1012444" y="3593084"/>
            <a:ext cx="1838706" cy="38100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r" latinLnBrk="1">
              <a:lnSpc>
                <a:spcPct val="116199"/>
              </a:lnSpc>
            </a:pPr>
            <a:r>
              <a:rPr lang="en-US" sz="1400" b="1">
                <a:solidFill>
                  <a:srgbClr val="42464B"/>
                </a:solidFill>
                <a:latin typeface="Microsoft YaHei"/>
                <a:ea typeface="Microsoft YaHei"/>
              </a:rPr>
              <a:t>申报人员</a:t>
            </a:r>
            <a:endParaRPr lang="en-US" sz="1100"/>
          </a:p>
        </p:txBody>
      </p:sp>
      <p:sp>
        <p:nvSpPr>
          <p:cNvPr id="134" name="TextBox 13"/>
          <p:cNvSpPr txBox="1"/>
          <p:nvPr/>
        </p:nvSpPr>
        <p:spPr>
          <a:xfrm>
            <a:off x="1723517" y="2037080"/>
            <a:ext cx="2322195" cy="77470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ctr" latinLnBrk="1">
              <a:lnSpc>
                <a:spcPct val="116199"/>
              </a:lnSpc>
            </a:pPr>
            <a:r>
              <a:rPr lang="en-US" sz="1200">
                <a:solidFill>
                  <a:srgbClr val="42464B"/>
                </a:solidFill>
                <a:latin typeface="Microsoft YaHei"/>
                <a:ea typeface="Microsoft YaHei"/>
              </a:rPr>
              <a:t>在线审核申报记录</a:t>
            </a:r>
            <a:endParaRPr lang="en-US" sz="1100"/>
          </a:p>
          <a:p>
            <a:pPr algn="ctr" latinLnBrk="1">
              <a:lnSpc>
                <a:spcPct val="116199"/>
              </a:lnSpc>
            </a:pPr>
            <a:r>
              <a:rPr lang="en-US" sz="1200">
                <a:solidFill>
                  <a:srgbClr val="42464B"/>
                </a:solidFill>
                <a:latin typeface="Microsoft YaHei"/>
                <a:ea typeface="Microsoft YaHei"/>
              </a:rPr>
              <a:t>在线管理申报人员提交的资料</a:t>
            </a:r>
          </a:p>
          <a:p>
            <a:pPr algn="ctr" latinLnBrk="1">
              <a:lnSpc>
                <a:spcPct val="116199"/>
              </a:lnSpc>
            </a:pPr>
            <a:r>
              <a:rPr lang="en-US" sz="1200">
                <a:solidFill>
                  <a:srgbClr val="42464B"/>
                </a:solidFill>
                <a:latin typeface="Microsoft YaHei"/>
                <a:ea typeface="Microsoft YaHei"/>
              </a:rPr>
              <a:t>划分一审、二审和三审角色</a:t>
            </a:r>
          </a:p>
        </p:txBody>
      </p:sp>
      <p:sp>
        <p:nvSpPr>
          <p:cNvPr id="135" name="TextBox 14"/>
          <p:cNvSpPr txBox="1"/>
          <p:nvPr/>
        </p:nvSpPr>
        <p:spPr>
          <a:xfrm>
            <a:off x="2126107" y="1716659"/>
            <a:ext cx="1838706" cy="38100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r" latinLnBrk="1">
              <a:lnSpc>
                <a:spcPct val="116199"/>
              </a:lnSpc>
            </a:pPr>
            <a:r>
              <a:rPr lang="en-US" sz="1400" b="1">
                <a:solidFill>
                  <a:srgbClr val="42464B"/>
                </a:solidFill>
                <a:latin typeface="Microsoft YaHei"/>
                <a:ea typeface="Microsoft YaHei"/>
              </a:rPr>
              <a:t>评审人员</a:t>
            </a:r>
            <a:endParaRPr lang="en-US" sz="1100"/>
          </a:p>
        </p:txBody>
      </p:sp>
      <p:sp>
        <p:nvSpPr>
          <p:cNvPr id="136" name="TextBox 15"/>
          <p:cNvSpPr txBox="1"/>
          <p:nvPr/>
        </p:nvSpPr>
        <p:spPr>
          <a:xfrm>
            <a:off x="7327900" y="3175000"/>
            <a:ext cx="1838706" cy="38100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 latinLnBrk="1">
              <a:lnSpc>
                <a:spcPct val="116199"/>
              </a:lnSpc>
            </a:pPr>
            <a:r>
              <a:rPr lang="en-US" sz="1400" b="1">
                <a:solidFill>
                  <a:srgbClr val="42464B"/>
                </a:solidFill>
                <a:latin typeface="Microsoft YaHei"/>
                <a:ea typeface="Microsoft YaHei"/>
              </a:rPr>
              <a:t>需求文档</a:t>
            </a:r>
            <a:endParaRPr lang="en-US" sz="1100"/>
          </a:p>
        </p:txBody>
      </p:sp>
      <p:sp>
        <p:nvSpPr>
          <p:cNvPr id="137" name="TextBox 16"/>
          <p:cNvSpPr txBox="1"/>
          <p:nvPr/>
        </p:nvSpPr>
        <p:spPr>
          <a:xfrm>
            <a:off x="7603490" y="2053844"/>
            <a:ext cx="1838706" cy="77470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 latinLnBrk="1">
              <a:lnSpc>
                <a:spcPct val="116199"/>
              </a:lnSpc>
            </a:pPr>
            <a:r>
              <a:rPr lang="en-US" sz="1200">
                <a:solidFill>
                  <a:srgbClr val="42464B"/>
                </a:solidFill>
                <a:latin typeface="Microsoft YaHei"/>
                <a:ea typeface="Microsoft YaHei"/>
              </a:rPr>
              <a:t>用户管理</a:t>
            </a:r>
            <a:endParaRPr lang="en-US" sz="1100"/>
          </a:p>
          <a:p>
            <a:pPr algn="l" latinLnBrk="1">
              <a:lnSpc>
                <a:spcPct val="116199"/>
              </a:lnSpc>
            </a:pPr>
            <a:r>
              <a:rPr lang="en-US" sz="1200">
                <a:solidFill>
                  <a:srgbClr val="42464B"/>
                </a:solidFill>
                <a:latin typeface="Microsoft YaHei"/>
                <a:ea typeface="Microsoft YaHei"/>
              </a:rPr>
              <a:t>权限管理</a:t>
            </a:r>
          </a:p>
          <a:p>
            <a:pPr algn="l" latinLnBrk="1">
              <a:lnSpc>
                <a:spcPct val="116199"/>
              </a:lnSpc>
            </a:pPr>
            <a:r>
              <a:rPr lang="en-US" sz="1200">
                <a:solidFill>
                  <a:srgbClr val="42464B"/>
                </a:solidFill>
                <a:latin typeface="Microsoft YaHei"/>
                <a:ea typeface="Microsoft YaHei"/>
              </a:rPr>
              <a:t>日志管理</a:t>
            </a:r>
          </a:p>
        </p:txBody>
      </p:sp>
      <p:sp>
        <p:nvSpPr>
          <p:cNvPr id="138" name="TextBox 17"/>
          <p:cNvSpPr txBox="1"/>
          <p:nvPr/>
        </p:nvSpPr>
        <p:spPr>
          <a:xfrm>
            <a:off x="7605649" y="1745488"/>
            <a:ext cx="1838706" cy="38100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 latinLnBrk="1">
              <a:lnSpc>
                <a:spcPct val="116199"/>
              </a:lnSpc>
            </a:pPr>
            <a:r>
              <a:rPr lang="en-US" sz="1400" b="1">
                <a:solidFill>
                  <a:srgbClr val="42464B"/>
                </a:solidFill>
                <a:latin typeface="Microsoft YaHei"/>
                <a:ea typeface="Microsoft YaHei"/>
              </a:rPr>
              <a:t>后台管理人员</a:t>
            </a:r>
            <a:endParaRPr lang="en-US" sz="1100"/>
          </a:p>
        </p:txBody>
      </p:sp>
      <p:pic>
        <p:nvPicPr>
          <p:cNvPr id="13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7300" y="2832100"/>
            <a:ext cx="2176092" cy="3449724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  <a:prstDash val="solid"/>
            <a:tailEnd/>
          </a:ln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6" grpId="0" animBg="1"/>
      <p:bldP spid="120" grpId="0" animBg="1"/>
      <p:bldP spid="124" grpId="0" animBg="1"/>
      <p:bldP spid="128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roup 1"/>
          <p:cNvGrpSpPr/>
          <p:nvPr/>
        </p:nvGrpSpPr>
        <p:grpSpPr>
          <a:xfrm>
            <a:off x="2057390" y="1562080"/>
            <a:ext cx="7426522" cy="2858795"/>
            <a:chOff x="2057390" y="1562080"/>
            <a:chExt cx="7426522" cy="2858795"/>
          </a:xfrm>
          <a:solidFill>
            <a:srgbClr val="F27900"/>
          </a:solidFill>
        </p:grpSpPr>
        <p:sp>
          <p:nvSpPr>
            <p:cNvPr id="141" name="Freeform 140"/>
            <p:cNvSpPr/>
            <p:nvPr/>
          </p:nvSpPr>
          <p:spPr>
            <a:xfrm>
              <a:off x="2946400" y="2298709"/>
              <a:ext cx="6168446" cy="2115916"/>
            </a:xfrm>
            <a:custGeom>
              <a:avLst/>
              <a:gdLst/>
              <a:ahLst/>
              <a:cxnLst/>
              <a:rect l="l" t="t" r="r" b="b"/>
              <a:pathLst>
                <a:path w="6168446" h="2115916">
                  <a:moveTo>
                    <a:pt x="6168446" y="2115916"/>
                  </a:moveTo>
                  <a:lnTo>
                    <a:pt x="0" y="2115916"/>
                  </a:lnTo>
                  <a:lnTo>
                    <a:pt x="0" y="0"/>
                  </a:lnTo>
                  <a:lnTo>
                    <a:pt x="6168446" y="0"/>
                  </a:lnTo>
                  <a:lnTo>
                    <a:pt x="6168446" y="2115916"/>
                  </a:lnTo>
                  <a:close/>
                  <a:moveTo>
                    <a:pt x="62760" y="2053119"/>
                  </a:moveTo>
                  <a:lnTo>
                    <a:pt x="6105686" y="2053119"/>
                  </a:lnTo>
                  <a:lnTo>
                    <a:pt x="6105686" y="62787"/>
                  </a:lnTo>
                  <a:lnTo>
                    <a:pt x="62760" y="62787"/>
                  </a:lnTo>
                  <a:lnTo>
                    <a:pt x="62760" y="2053119"/>
                  </a:lnTo>
                  <a:close/>
                </a:path>
              </a:pathLst>
            </a:custGeom>
            <a:grpFill/>
          </p:spPr>
          <p:txBody>
            <a:bodyPr lIns="127000" rIns="127000" rtlCol="0" anchor="ctr"/>
            <a:lstStyle/>
            <a:p>
              <a:pPr algn="l"/>
              <a:endParaRPr lang="en-US" sz="1100"/>
            </a:p>
          </p:txBody>
        </p:sp>
        <p:sp>
          <p:nvSpPr>
            <p:cNvPr id="142" name="Freeform 141"/>
            <p:cNvSpPr/>
            <p:nvPr/>
          </p:nvSpPr>
          <p:spPr>
            <a:xfrm>
              <a:off x="9283700" y="2298700"/>
              <a:ext cx="200212" cy="2122175"/>
            </a:xfrm>
            <a:custGeom>
              <a:avLst/>
              <a:gdLst/>
              <a:ahLst/>
              <a:cxnLst/>
              <a:rect l="l" t="t" r="r" b="b"/>
              <a:pathLst>
                <a:path w="200212" h="2122175">
                  <a:moveTo>
                    <a:pt x="200212" y="2122175"/>
                  </a:moveTo>
                  <a:lnTo>
                    <a:pt x="0" y="2122175"/>
                  </a:lnTo>
                  <a:lnTo>
                    <a:pt x="0" y="0"/>
                  </a:lnTo>
                  <a:lnTo>
                    <a:pt x="200212" y="0"/>
                  </a:lnTo>
                  <a:lnTo>
                    <a:pt x="200212" y="2122175"/>
                  </a:lnTo>
                  <a:close/>
                </a:path>
              </a:pathLst>
            </a:custGeom>
            <a:grpFill/>
          </p:spPr>
          <p:txBody>
            <a:bodyPr lIns="127000" rIns="127000" rtlCol="0" anchor="ctr"/>
            <a:lstStyle/>
            <a:p>
              <a:pPr algn="l"/>
              <a:endParaRPr lang="en-US" sz="1100"/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3932491" y="2750133"/>
              <a:ext cx="3692017" cy="1002134"/>
            </a:xfrm>
            <a:prstGeom prst="rect">
              <a:avLst/>
            </a:prstGeom>
            <a:noFill/>
          </p:spPr>
          <p:txBody>
            <a:bodyPr lIns="0" tIns="0" rIns="0" bIns="0" rtlCol="0" anchor="ctr">
              <a:spAutoFit/>
            </a:bodyPr>
            <a:lstStyle/>
            <a:p>
              <a:pPr algn="ctr" latinLnBrk="1">
                <a:lnSpc>
                  <a:spcPct val="116199"/>
                </a:lnSpc>
              </a:pPr>
              <a:r>
                <a:rPr lang="en-US" sz="6000" b="1" dirty="0" err="1">
                  <a:solidFill>
                    <a:srgbClr val="F27900"/>
                  </a:solidFill>
                  <a:latin typeface="Microsoft YaHei"/>
                  <a:ea typeface="Microsoft YaHei"/>
                </a:rPr>
                <a:t>系统设计</a:t>
              </a:r>
              <a:endParaRPr lang="en-US" sz="1100" dirty="0">
                <a:solidFill>
                  <a:srgbClr val="F27900"/>
                </a:solidFill>
              </a:endParaRPr>
            </a:p>
          </p:txBody>
        </p:sp>
        <p:sp>
          <p:nvSpPr>
            <p:cNvPr id="144" name="Freeform 143"/>
            <p:cNvSpPr/>
            <p:nvPr/>
          </p:nvSpPr>
          <p:spPr>
            <a:xfrm>
              <a:off x="2057390" y="1562080"/>
              <a:ext cx="1346162" cy="1801635"/>
            </a:xfrm>
            <a:custGeom>
              <a:avLst/>
              <a:gdLst/>
              <a:ahLst/>
              <a:cxnLst/>
              <a:rect l="l" t="t" r="r" b="b"/>
              <a:pathLst>
                <a:path w="1346162" h="1801635">
                  <a:moveTo>
                    <a:pt x="1305758" y="68551"/>
                  </a:moveTo>
                  <a:cubicBezTo>
                    <a:pt x="1168604" y="292040"/>
                    <a:pt x="1031450" y="515529"/>
                    <a:pt x="894287" y="739018"/>
                  </a:cubicBezTo>
                  <a:cubicBezTo>
                    <a:pt x="885552" y="752570"/>
                    <a:pt x="876433" y="760749"/>
                    <a:pt x="859318" y="762489"/>
                  </a:cubicBezTo>
                  <a:cubicBezTo>
                    <a:pt x="608148" y="790890"/>
                    <a:pt x="356968" y="819300"/>
                    <a:pt x="106405" y="848733"/>
                  </a:cubicBezTo>
                  <a:cubicBezTo>
                    <a:pt x="101041" y="849108"/>
                    <a:pt x="94644" y="850099"/>
                    <a:pt x="85565" y="851274"/>
                  </a:cubicBezTo>
                  <a:cubicBezTo>
                    <a:pt x="111891" y="895757"/>
                    <a:pt x="136364" y="937133"/>
                    <a:pt x="160847" y="978509"/>
                  </a:cubicBezTo>
                  <a:cubicBezTo>
                    <a:pt x="163297" y="982648"/>
                    <a:pt x="170918" y="983731"/>
                    <a:pt x="176272" y="983357"/>
                  </a:cubicBezTo>
                  <a:cubicBezTo>
                    <a:pt x="219348" y="983023"/>
                    <a:pt x="245978" y="1009156"/>
                    <a:pt x="243235" y="1054064"/>
                  </a:cubicBezTo>
                  <a:cubicBezTo>
                    <a:pt x="243619" y="1059429"/>
                    <a:pt x="244601" y="1065815"/>
                    <a:pt x="247050" y="1069965"/>
                  </a:cubicBezTo>
                  <a:cubicBezTo>
                    <a:pt x="320005" y="1172048"/>
                    <a:pt x="393384" y="1272472"/>
                    <a:pt x="466338" y="1374566"/>
                  </a:cubicBezTo>
                  <a:cubicBezTo>
                    <a:pt x="524991" y="1457166"/>
                    <a:pt x="585274" y="1540191"/>
                    <a:pt x="644534" y="1623854"/>
                  </a:cubicBezTo>
                  <a:cubicBezTo>
                    <a:pt x="660677" y="1646425"/>
                    <a:pt x="676213" y="1667963"/>
                    <a:pt x="694806" y="1694663"/>
                  </a:cubicBezTo>
                  <a:cubicBezTo>
                    <a:pt x="634827" y="1730128"/>
                    <a:pt x="575881" y="1764955"/>
                    <a:pt x="513838" y="1801635"/>
                  </a:cubicBezTo>
                  <a:cubicBezTo>
                    <a:pt x="502441" y="1777658"/>
                    <a:pt x="489820" y="1751605"/>
                    <a:pt x="477816" y="1726596"/>
                  </a:cubicBezTo>
                  <a:cubicBezTo>
                    <a:pt x="409204" y="1587033"/>
                    <a:pt x="342241" y="1447915"/>
                    <a:pt x="274671" y="1307745"/>
                  </a:cubicBezTo>
                  <a:cubicBezTo>
                    <a:pt x="242516" y="1241592"/>
                    <a:pt x="212000" y="1175854"/>
                    <a:pt x="179835" y="1109701"/>
                  </a:cubicBezTo>
                  <a:cubicBezTo>
                    <a:pt x="176778" y="1104519"/>
                    <a:pt x="170422" y="1098497"/>
                    <a:pt x="165908" y="1095582"/>
                  </a:cubicBezTo>
                  <a:cubicBezTo>
                    <a:pt x="128935" y="1075562"/>
                    <a:pt x="118844" y="1039631"/>
                    <a:pt x="141111" y="1004146"/>
                  </a:cubicBezTo>
                  <a:cubicBezTo>
                    <a:pt x="144026" y="999632"/>
                    <a:pt x="144491" y="990968"/>
                    <a:pt x="142042" y="986828"/>
                  </a:cubicBezTo>
                  <a:cubicBezTo>
                    <a:pt x="118176" y="946495"/>
                    <a:pt x="94725" y="904502"/>
                    <a:pt x="69827" y="864775"/>
                  </a:cubicBezTo>
                  <a:cubicBezTo>
                    <a:pt x="66770" y="859603"/>
                    <a:pt x="57317" y="855413"/>
                    <a:pt x="51335" y="854755"/>
                  </a:cubicBezTo>
                  <a:cubicBezTo>
                    <a:pt x="35262" y="855889"/>
                    <a:pt x="18755" y="858662"/>
                    <a:pt x="0" y="859978"/>
                  </a:cubicBezTo>
                  <a:cubicBezTo>
                    <a:pt x="3330" y="853814"/>
                    <a:pt x="5627" y="848268"/>
                    <a:pt x="8542" y="843753"/>
                  </a:cubicBezTo>
                  <a:cubicBezTo>
                    <a:pt x="142639" y="615093"/>
                    <a:pt x="277161" y="384782"/>
                    <a:pt x="411258" y="156121"/>
                  </a:cubicBezTo>
                  <a:cubicBezTo>
                    <a:pt x="427078" y="128621"/>
                    <a:pt x="443525" y="102144"/>
                    <a:pt x="457705" y="74219"/>
                  </a:cubicBezTo>
                  <a:cubicBezTo>
                    <a:pt x="464992" y="62924"/>
                    <a:pt x="472836" y="59685"/>
                    <a:pt x="484587" y="58319"/>
                  </a:cubicBezTo>
                  <a:cubicBezTo>
                    <a:pt x="725383" y="43036"/>
                    <a:pt x="964964" y="25678"/>
                    <a:pt x="1205142" y="9362"/>
                  </a:cubicBezTo>
                  <a:cubicBezTo>
                    <a:pt x="1251315" y="7196"/>
                    <a:pt x="1297914" y="3380"/>
                    <a:pt x="1346162" y="0"/>
                  </a:cubicBezTo>
                  <a:cubicBezTo>
                    <a:pt x="1331790" y="25252"/>
                    <a:pt x="1318257" y="47206"/>
                    <a:pt x="1305758" y="68551"/>
                  </a:cubicBezTo>
                  <a:close/>
                  <a:moveTo>
                    <a:pt x="448262" y="1027972"/>
                  </a:moveTo>
                  <a:cubicBezTo>
                    <a:pt x="452310" y="971130"/>
                    <a:pt x="455954" y="915929"/>
                    <a:pt x="458555" y="861354"/>
                  </a:cubicBezTo>
                  <a:cubicBezTo>
                    <a:pt x="459861" y="849421"/>
                    <a:pt x="465650" y="847397"/>
                    <a:pt x="474719" y="846213"/>
                  </a:cubicBezTo>
                  <a:cubicBezTo>
                    <a:pt x="546894" y="838450"/>
                    <a:pt x="618451" y="829654"/>
                    <a:pt x="691041" y="820242"/>
                  </a:cubicBezTo>
                  <a:cubicBezTo>
                    <a:pt x="757852" y="812853"/>
                    <a:pt x="825685" y="804857"/>
                    <a:pt x="893538" y="796851"/>
                  </a:cubicBezTo>
                  <a:cubicBezTo>
                    <a:pt x="898902" y="796477"/>
                    <a:pt x="905947" y="789513"/>
                    <a:pt x="909286" y="783359"/>
                  </a:cubicBezTo>
                  <a:cubicBezTo>
                    <a:pt x="978385" y="671316"/>
                    <a:pt x="1046450" y="559891"/>
                    <a:pt x="1114941" y="446826"/>
                  </a:cubicBezTo>
                  <a:cubicBezTo>
                    <a:pt x="1120771" y="437797"/>
                    <a:pt x="1126591" y="428769"/>
                    <a:pt x="1132835" y="418101"/>
                  </a:cubicBezTo>
                  <a:cubicBezTo>
                    <a:pt x="1195294" y="448182"/>
                    <a:pt x="1257145" y="477230"/>
                    <a:pt x="1319604" y="507301"/>
                  </a:cubicBezTo>
                  <a:cubicBezTo>
                    <a:pt x="1297904" y="550842"/>
                    <a:pt x="1275596" y="593342"/>
                    <a:pt x="1253289" y="635841"/>
                  </a:cubicBezTo>
                  <a:cubicBezTo>
                    <a:pt x="1189879" y="759868"/>
                    <a:pt x="1125447" y="884502"/>
                    <a:pt x="1062037" y="1008528"/>
                  </a:cubicBezTo>
                  <a:cubicBezTo>
                    <a:pt x="1055367" y="1020836"/>
                    <a:pt x="1048738" y="1026160"/>
                    <a:pt x="1034730" y="1026059"/>
                  </a:cubicBezTo>
                  <a:cubicBezTo>
                    <a:pt x="843498" y="1026038"/>
                    <a:pt x="651851" y="1027658"/>
                    <a:pt x="460205" y="1029277"/>
                  </a:cubicBezTo>
                  <a:cubicBezTo>
                    <a:pt x="456905" y="1028427"/>
                    <a:pt x="452584" y="1028204"/>
                    <a:pt x="448262" y="1027972"/>
                  </a:cubicBezTo>
                  <a:close/>
                </a:path>
              </a:pathLst>
            </a:custGeom>
            <a:grpFill/>
          </p:spPr>
          <p:txBody>
            <a:bodyPr lIns="127000" rIns="127000" rtlCol="0" anchor="ctr"/>
            <a:lstStyle/>
            <a:p>
              <a:pPr algn="l"/>
              <a:endParaRPr lang="en-US" sz="1100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Freeform 1"/>
          <p:cNvSpPr/>
          <p:nvPr/>
        </p:nvSpPr>
        <p:spPr>
          <a:xfrm>
            <a:off x="-2374" y="388695"/>
            <a:ext cx="201721" cy="201721"/>
          </a:xfrm>
          <a:custGeom>
            <a:avLst/>
            <a:gdLst/>
            <a:ahLst/>
            <a:cxnLst/>
            <a:rect l="l" t="t" r="r" b="b"/>
            <a:pathLst>
              <a:path w="201721" h="201721">
                <a:moveTo>
                  <a:pt x="201720" y="201721"/>
                </a:moveTo>
                <a:lnTo>
                  <a:pt x="0" y="201721"/>
                </a:lnTo>
                <a:lnTo>
                  <a:pt x="0" y="0"/>
                </a:lnTo>
                <a:lnTo>
                  <a:pt x="201720" y="0"/>
                </a:lnTo>
                <a:lnTo>
                  <a:pt x="201720" y="201721"/>
                </a:lnTo>
                <a:close/>
              </a:path>
            </a:pathLst>
          </a:custGeom>
          <a:solidFill>
            <a:srgbClr val="F2B973"/>
          </a:solidFill>
        </p:spPr>
      </p:sp>
      <p:sp>
        <p:nvSpPr>
          <p:cNvPr id="178" name="Freeform 2"/>
          <p:cNvSpPr/>
          <p:nvPr/>
        </p:nvSpPr>
        <p:spPr>
          <a:xfrm>
            <a:off x="262167" y="390406"/>
            <a:ext cx="201721" cy="201721"/>
          </a:xfrm>
          <a:custGeom>
            <a:avLst/>
            <a:gdLst/>
            <a:ahLst/>
            <a:cxnLst/>
            <a:rect l="l" t="t" r="r" b="b"/>
            <a:pathLst>
              <a:path w="201721" h="201721">
                <a:moveTo>
                  <a:pt x="201720" y="201721"/>
                </a:moveTo>
                <a:lnTo>
                  <a:pt x="0" y="201721"/>
                </a:lnTo>
                <a:lnTo>
                  <a:pt x="0" y="0"/>
                </a:lnTo>
                <a:lnTo>
                  <a:pt x="201720" y="0"/>
                </a:lnTo>
                <a:lnTo>
                  <a:pt x="201720" y="201721"/>
                </a:lnTo>
                <a:close/>
              </a:path>
            </a:pathLst>
          </a:custGeom>
          <a:solidFill>
            <a:srgbClr val="EF5B43"/>
          </a:solidFill>
        </p:spPr>
      </p:sp>
      <p:sp>
        <p:nvSpPr>
          <p:cNvPr id="179" name="Freeform 3"/>
          <p:cNvSpPr/>
          <p:nvPr/>
        </p:nvSpPr>
        <p:spPr>
          <a:xfrm>
            <a:off x="526711" y="393865"/>
            <a:ext cx="201721" cy="201721"/>
          </a:xfrm>
          <a:custGeom>
            <a:avLst/>
            <a:gdLst/>
            <a:ahLst/>
            <a:cxnLst/>
            <a:rect l="l" t="t" r="r" b="b"/>
            <a:pathLst>
              <a:path w="201721" h="201721">
                <a:moveTo>
                  <a:pt x="201720" y="201721"/>
                </a:moveTo>
                <a:lnTo>
                  <a:pt x="0" y="201721"/>
                </a:lnTo>
                <a:lnTo>
                  <a:pt x="0" y="0"/>
                </a:lnTo>
                <a:lnTo>
                  <a:pt x="201720" y="0"/>
                </a:lnTo>
                <a:lnTo>
                  <a:pt x="201720" y="201721"/>
                </a:lnTo>
                <a:close/>
              </a:path>
            </a:pathLst>
          </a:custGeom>
          <a:solidFill>
            <a:srgbClr val="756271"/>
          </a:solidFill>
        </p:spPr>
      </p:sp>
      <p:sp>
        <p:nvSpPr>
          <p:cNvPr id="180" name="Freeform 4"/>
          <p:cNvSpPr/>
          <p:nvPr/>
        </p:nvSpPr>
        <p:spPr>
          <a:xfrm>
            <a:off x="790659" y="393551"/>
            <a:ext cx="201721" cy="201721"/>
          </a:xfrm>
          <a:custGeom>
            <a:avLst/>
            <a:gdLst/>
            <a:ahLst/>
            <a:cxnLst/>
            <a:rect l="l" t="t" r="r" b="b"/>
            <a:pathLst>
              <a:path w="201721" h="201721">
                <a:moveTo>
                  <a:pt x="201721" y="201721"/>
                </a:moveTo>
                <a:lnTo>
                  <a:pt x="0" y="201721"/>
                </a:lnTo>
                <a:lnTo>
                  <a:pt x="0" y="0"/>
                </a:lnTo>
                <a:lnTo>
                  <a:pt x="201721" y="0"/>
                </a:lnTo>
                <a:lnTo>
                  <a:pt x="201721" y="201721"/>
                </a:lnTo>
                <a:close/>
              </a:path>
            </a:pathLst>
          </a:custGeom>
          <a:solidFill>
            <a:srgbClr val="5ABB93"/>
          </a:solidFill>
        </p:spPr>
      </p:sp>
      <p:sp>
        <p:nvSpPr>
          <p:cNvPr id="181" name="TextBox 5"/>
          <p:cNvSpPr txBox="1"/>
          <p:nvPr/>
        </p:nvSpPr>
        <p:spPr>
          <a:xfrm>
            <a:off x="993026" y="313553"/>
            <a:ext cx="3337674" cy="40087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l" latinLnBrk="1">
              <a:lnSpc>
                <a:spcPct val="116199"/>
              </a:lnSpc>
            </a:pPr>
            <a:r>
              <a:rPr lang="zh-CN" altLang="en-US" sz="2400" dirty="0">
                <a:solidFill>
                  <a:srgbClr val="756271"/>
                </a:solidFill>
                <a:latin typeface="Microsoft YaHei"/>
                <a:ea typeface="Microsoft YaHei"/>
              </a:rPr>
              <a:t>流程图</a:t>
            </a:r>
            <a:r>
              <a:rPr lang="en-US" altLang="zh-CN" sz="2400" dirty="0">
                <a:solidFill>
                  <a:srgbClr val="756271"/>
                </a:solidFill>
                <a:latin typeface="Microsoft YaHei"/>
                <a:ea typeface="Microsoft YaHei"/>
              </a:rPr>
              <a:t>(</a:t>
            </a:r>
            <a:r>
              <a:rPr lang="zh-CN" altLang="en-US" sz="2400" dirty="0">
                <a:solidFill>
                  <a:srgbClr val="756271"/>
                </a:solidFill>
                <a:latin typeface="Microsoft YaHei"/>
                <a:ea typeface="Microsoft YaHei"/>
              </a:rPr>
              <a:t>申报人员</a:t>
            </a:r>
            <a:r>
              <a:rPr lang="en-US" altLang="zh-CN" sz="2400" dirty="0">
                <a:solidFill>
                  <a:srgbClr val="756271"/>
                </a:solidFill>
                <a:latin typeface="Microsoft YaHei"/>
                <a:ea typeface="Microsoft YaHei"/>
              </a:rPr>
              <a:t>)</a:t>
            </a:r>
            <a:endParaRPr lang="en-US" sz="11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E8A22BB-EF9E-4E35-A713-771039875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6100" y="1041400"/>
            <a:ext cx="4876800" cy="4742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8E2D204-E5F8-4E5A-A72F-31DD39C56D99}"/>
              </a:ext>
            </a:extLst>
          </p:cNvPr>
          <p:cNvSpPr txBox="1"/>
          <p:nvPr/>
        </p:nvSpPr>
        <p:spPr>
          <a:xfrm>
            <a:off x="627571" y="1727200"/>
            <a:ext cx="41088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accent1"/>
                </a:solidFill>
                <a:latin typeface="Arial Black" panose="020B0A04020102020204" pitchFamily="34" charset="0"/>
              </a:rPr>
              <a:t>申报人员在没有账号时进入注册模块，</a:t>
            </a:r>
            <a:endParaRPr lang="en-US" altLang="zh-CN" b="1" dirty="0">
              <a:solidFill>
                <a:schemeClr val="accent1"/>
              </a:solidFill>
              <a:latin typeface="Arial Black" panose="020B0A04020102020204" pitchFamily="34" charset="0"/>
            </a:endParaRPr>
          </a:p>
          <a:p>
            <a:r>
              <a:rPr lang="zh-CN" altLang="en-US" b="1" dirty="0">
                <a:solidFill>
                  <a:schemeClr val="accent1"/>
                </a:solidFill>
                <a:latin typeface="Arial Black" panose="020B0A04020102020204" pitchFamily="34" charset="0"/>
              </a:rPr>
              <a:t>有账号时直接登录进系统。可以在系统</a:t>
            </a:r>
            <a:endParaRPr lang="en-US" altLang="zh-CN" b="1" dirty="0">
              <a:solidFill>
                <a:schemeClr val="accent1"/>
              </a:solidFill>
              <a:latin typeface="Arial Black" panose="020B0A04020102020204" pitchFamily="34" charset="0"/>
            </a:endParaRPr>
          </a:p>
          <a:p>
            <a:r>
              <a:rPr lang="zh-CN" altLang="en-US" b="1" dirty="0">
                <a:solidFill>
                  <a:schemeClr val="accent1"/>
                </a:solidFill>
                <a:latin typeface="Arial Black" panose="020B0A04020102020204" pitchFamily="34" charset="0"/>
              </a:rPr>
              <a:t>中选择提交职称申报申请，查看评审记</a:t>
            </a:r>
            <a:endParaRPr lang="en-US" altLang="zh-CN" b="1" dirty="0">
              <a:solidFill>
                <a:schemeClr val="accent1"/>
              </a:solidFill>
              <a:latin typeface="Arial Black" panose="020B0A04020102020204" pitchFamily="34" charset="0"/>
            </a:endParaRPr>
          </a:p>
          <a:p>
            <a:r>
              <a:rPr lang="zh-CN" altLang="en-US" b="1" dirty="0">
                <a:solidFill>
                  <a:schemeClr val="accent1"/>
                </a:solidFill>
                <a:latin typeface="Arial Black" panose="020B0A04020102020204" pitchFamily="34" charset="0"/>
              </a:rPr>
              <a:t>录和导出职称证书。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" grpId="0" animBg="1"/>
      <p:bldP spid="178" grpId="0" animBg="1"/>
      <p:bldP spid="179" grpId="0" animBg="1"/>
      <p:bldP spid="180" grpId="0" animBg="1"/>
      <p:bldP spid="18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Freeform 1"/>
          <p:cNvSpPr/>
          <p:nvPr/>
        </p:nvSpPr>
        <p:spPr>
          <a:xfrm>
            <a:off x="-2374" y="388695"/>
            <a:ext cx="201721" cy="201721"/>
          </a:xfrm>
          <a:custGeom>
            <a:avLst/>
            <a:gdLst/>
            <a:ahLst/>
            <a:cxnLst/>
            <a:rect l="l" t="t" r="r" b="b"/>
            <a:pathLst>
              <a:path w="201721" h="201721">
                <a:moveTo>
                  <a:pt x="201720" y="201721"/>
                </a:moveTo>
                <a:lnTo>
                  <a:pt x="0" y="201721"/>
                </a:lnTo>
                <a:lnTo>
                  <a:pt x="0" y="0"/>
                </a:lnTo>
                <a:lnTo>
                  <a:pt x="201720" y="0"/>
                </a:lnTo>
                <a:lnTo>
                  <a:pt x="201720" y="201721"/>
                </a:lnTo>
                <a:close/>
              </a:path>
            </a:pathLst>
          </a:custGeom>
          <a:solidFill>
            <a:srgbClr val="F2B973"/>
          </a:solidFill>
        </p:spPr>
      </p:sp>
      <p:sp>
        <p:nvSpPr>
          <p:cNvPr id="178" name="Freeform 2"/>
          <p:cNvSpPr/>
          <p:nvPr/>
        </p:nvSpPr>
        <p:spPr>
          <a:xfrm>
            <a:off x="262167" y="390406"/>
            <a:ext cx="201721" cy="201721"/>
          </a:xfrm>
          <a:custGeom>
            <a:avLst/>
            <a:gdLst/>
            <a:ahLst/>
            <a:cxnLst/>
            <a:rect l="l" t="t" r="r" b="b"/>
            <a:pathLst>
              <a:path w="201721" h="201721">
                <a:moveTo>
                  <a:pt x="201720" y="201721"/>
                </a:moveTo>
                <a:lnTo>
                  <a:pt x="0" y="201721"/>
                </a:lnTo>
                <a:lnTo>
                  <a:pt x="0" y="0"/>
                </a:lnTo>
                <a:lnTo>
                  <a:pt x="201720" y="0"/>
                </a:lnTo>
                <a:lnTo>
                  <a:pt x="201720" y="201721"/>
                </a:lnTo>
                <a:close/>
              </a:path>
            </a:pathLst>
          </a:custGeom>
          <a:solidFill>
            <a:srgbClr val="EF5B43"/>
          </a:solidFill>
        </p:spPr>
      </p:sp>
      <p:sp>
        <p:nvSpPr>
          <p:cNvPr id="179" name="Freeform 3"/>
          <p:cNvSpPr/>
          <p:nvPr/>
        </p:nvSpPr>
        <p:spPr>
          <a:xfrm>
            <a:off x="526711" y="393865"/>
            <a:ext cx="201721" cy="201721"/>
          </a:xfrm>
          <a:custGeom>
            <a:avLst/>
            <a:gdLst/>
            <a:ahLst/>
            <a:cxnLst/>
            <a:rect l="l" t="t" r="r" b="b"/>
            <a:pathLst>
              <a:path w="201721" h="201721">
                <a:moveTo>
                  <a:pt x="201720" y="201721"/>
                </a:moveTo>
                <a:lnTo>
                  <a:pt x="0" y="201721"/>
                </a:lnTo>
                <a:lnTo>
                  <a:pt x="0" y="0"/>
                </a:lnTo>
                <a:lnTo>
                  <a:pt x="201720" y="0"/>
                </a:lnTo>
                <a:lnTo>
                  <a:pt x="201720" y="201721"/>
                </a:lnTo>
                <a:close/>
              </a:path>
            </a:pathLst>
          </a:custGeom>
          <a:solidFill>
            <a:srgbClr val="756271"/>
          </a:solidFill>
        </p:spPr>
      </p:sp>
      <p:sp>
        <p:nvSpPr>
          <p:cNvPr id="180" name="Freeform 4"/>
          <p:cNvSpPr/>
          <p:nvPr/>
        </p:nvSpPr>
        <p:spPr>
          <a:xfrm>
            <a:off x="790659" y="393551"/>
            <a:ext cx="201721" cy="201721"/>
          </a:xfrm>
          <a:custGeom>
            <a:avLst/>
            <a:gdLst/>
            <a:ahLst/>
            <a:cxnLst/>
            <a:rect l="l" t="t" r="r" b="b"/>
            <a:pathLst>
              <a:path w="201721" h="201721">
                <a:moveTo>
                  <a:pt x="201721" y="201721"/>
                </a:moveTo>
                <a:lnTo>
                  <a:pt x="0" y="201721"/>
                </a:lnTo>
                <a:lnTo>
                  <a:pt x="0" y="0"/>
                </a:lnTo>
                <a:lnTo>
                  <a:pt x="201721" y="0"/>
                </a:lnTo>
                <a:lnTo>
                  <a:pt x="201721" y="201721"/>
                </a:lnTo>
                <a:close/>
              </a:path>
            </a:pathLst>
          </a:custGeom>
          <a:solidFill>
            <a:srgbClr val="5ABB93"/>
          </a:solidFill>
        </p:spPr>
      </p:sp>
      <p:sp>
        <p:nvSpPr>
          <p:cNvPr id="181" name="TextBox 5"/>
          <p:cNvSpPr txBox="1"/>
          <p:nvPr/>
        </p:nvSpPr>
        <p:spPr>
          <a:xfrm>
            <a:off x="993026" y="313553"/>
            <a:ext cx="2635073" cy="400879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 latinLnBrk="1">
              <a:lnSpc>
                <a:spcPct val="116199"/>
              </a:lnSpc>
            </a:pPr>
            <a:r>
              <a:rPr lang="zh-CN" altLang="en-US" sz="2400" dirty="0">
                <a:solidFill>
                  <a:srgbClr val="756271"/>
                </a:solidFill>
                <a:latin typeface="Microsoft YaHei"/>
                <a:ea typeface="Microsoft YaHei"/>
              </a:rPr>
              <a:t>系统原型图</a:t>
            </a:r>
            <a:endParaRPr lang="en-US" sz="11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0E266EF-E600-4F44-813E-51A11FE0A3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5954"/>
          <a:stretch/>
        </p:blipFill>
        <p:spPr>
          <a:xfrm>
            <a:off x="3628099" y="1270000"/>
            <a:ext cx="7467600" cy="437312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BB17BB6-7033-4746-99F5-23C221396A0F}"/>
              </a:ext>
            </a:extLst>
          </p:cNvPr>
          <p:cNvSpPr txBox="1"/>
          <p:nvPr/>
        </p:nvSpPr>
        <p:spPr>
          <a:xfrm>
            <a:off x="204576" y="1879600"/>
            <a:ext cx="31854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accent1"/>
                </a:solidFill>
              </a:rPr>
              <a:t>原型图可以让用户对即将开发</a:t>
            </a:r>
            <a:endParaRPr lang="en-US" altLang="zh-CN" b="1" dirty="0">
              <a:solidFill>
                <a:schemeClr val="accent1"/>
              </a:solidFill>
            </a:endParaRPr>
          </a:p>
          <a:p>
            <a:r>
              <a:rPr lang="zh-CN" altLang="en-US" b="1" dirty="0">
                <a:solidFill>
                  <a:schemeClr val="accent1"/>
                </a:solidFill>
              </a:rPr>
              <a:t>的系统有一个预览，给出相应</a:t>
            </a:r>
            <a:endParaRPr lang="en-US" altLang="zh-CN" b="1" dirty="0">
              <a:solidFill>
                <a:schemeClr val="accent1"/>
              </a:solidFill>
            </a:endParaRPr>
          </a:p>
          <a:p>
            <a:r>
              <a:rPr lang="zh-CN" altLang="en-US" b="1" dirty="0">
                <a:solidFill>
                  <a:schemeClr val="accent1"/>
                </a:solidFill>
              </a:rPr>
              <a:t>的反馈</a:t>
            </a:r>
          </a:p>
        </p:txBody>
      </p:sp>
    </p:spTree>
    <p:extLst>
      <p:ext uri="{BB962C8B-B14F-4D97-AF65-F5344CB8AC3E}">
        <p14:creationId xmlns:p14="http://schemas.microsoft.com/office/powerpoint/2010/main" val="96058416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" grpId="0" animBg="1"/>
      <p:bldP spid="178" grpId="0" animBg="1"/>
      <p:bldP spid="179" grpId="0" animBg="1"/>
      <p:bldP spid="180" grpId="0" animBg="1"/>
      <p:bldP spid="18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Freeform 1"/>
          <p:cNvSpPr/>
          <p:nvPr/>
        </p:nvSpPr>
        <p:spPr>
          <a:xfrm>
            <a:off x="-2374" y="388695"/>
            <a:ext cx="201721" cy="201721"/>
          </a:xfrm>
          <a:custGeom>
            <a:avLst/>
            <a:gdLst/>
            <a:ahLst/>
            <a:cxnLst/>
            <a:rect l="l" t="t" r="r" b="b"/>
            <a:pathLst>
              <a:path w="201721" h="201721">
                <a:moveTo>
                  <a:pt x="201720" y="201721"/>
                </a:moveTo>
                <a:lnTo>
                  <a:pt x="0" y="201721"/>
                </a:lnTo>
                <a:lnTo>
                  <a:pt x="0" y="0"/>
                </a:lnTo>
                <a:lnTo>
                  <a:pt x="201720" y="0"/>
                </a:lnTo>
                <a:lnTo>
                  <a:pt x="201720" y="201721"/>
                </a:lnTo>
                <a:close/>
              </a:path>
            </a:pathLst>
          </a:custGeom>
          <a:solidFill>
            <a:srgbClr val="F2B973"/>
          </a:solidFill>
        </p:spPr>
      </p:sp>
      <p:sp>
        <p:nvSpPr>
          <p:cNvPr id="178" name="Freeform 2"/>
          <p:cNvSpPr/>
          <p:nvPr/>
        </p:nvSpPr>
        <p:spPr>
          <a:xfrm>
            <a:off x="262167" y="390406"/>
            <a:ext cx="201721" cy="201721"/>
          </a:xfrm>
          <a:custGeom>
            <a:avLst/>
            <a:gdLst/>
            <a:ahLst/>
            <a:cxnLst/>
            <a:rect l="l" t="t" r="r" b="b"/>
            <a:pathLst>
              <a:path w="201721" h="201721">
                <a:moveTo>
                  <a:pt x="201720" y="201721"/>
                </a:moveTo>
                <a:lnTo>
                  <a:pt x="0" y="201721"/>
                </a:lnTo>
                <a:lnTo>
                  <a:pt x="0" y="0"/>
                </a:lnTo>
                <a:lnTo>
                  <a:pt x="201720" y="0"/>
                </a:lnTo>
                <a:lnTo>
                  <a:pt x="201720" y="201721"/>
                </a:lnTo>
                <a:close/>
              </a:path>
            </a:pathLst>
          </a:custGeom>
          <a:solidFill>
            <a:srgbClr val="EF5B43"/>
          </a:solidFill>
        </p:spPr>
      </p:sp>
      <p:sp>
        <p:nvSpPr>
          <p:cNvPr id="179" name="Freeform 3"/>
          <p:cNvSpPr/>
          <p:nvPr/>
        </p:nvSpPr>
        <p:spPr>
          <a:xfrm>
            <a:off x="526711" y="393865"/>
            <a:ext cx="201721" cy="201721"/>
          </a:xfrm>
          <a:custGeom>
            <a:avLst/>
            <a:gdLst/>
            <a:ahLst/>
            <a:cxnLst/>
            <a:rect l="l" t="t" r="r" b="b"/>
            <a:pathLst>
              <a:path w="201721" h="201721">
                <a:moveTo>
                  <a:pt x="201720" y="201721"/>
                </a:moveTo>
                <a:lnTo>
                  <a:pt x="0" y="201721"/>
                </a:lnTo>
                <a:lnTo>
                  <a:pt x="0" y="0"/>
                </a:lnTo>
                <a:lnTo>
                  <a:pt x="201720" y="0"/>
                </a:lnTo>
                <a:lnTo>
                  <a:pt x="201720" y="201721"/>
                </a:lnTo>
                <a:close/>
              </a:path>
            </a:pathLst>
          </a:custGeom>
          <a:solidFill>
            <a:srgbClr val="756271"/>
          </a:solidFill>
        </p:spPr>
      </p:sp>
      <p:sp>
        <p:nvSpPr>
          <p:cNvPr id="180" name="Freeform 4"/>
          <p:cNvSpPr/>
          <p:nvPr/>
        </p:nvSpPr>
        <p:spPr>
          <a:xfrm>
            <a:off x="790659" y="393551"/>
            <a:ext cx="201721" cy="201721"/>
          </a:xfrm>
          <a:custGeom>
            <a:avLst/>
            <a:gdLst/>
            <a:ahLst/>
            <a:cxnLst/>
            <a:rect l="l" t="t" r="r" b="b"/>
            <a:pathLst>
              <a:path w="201721" h="201721">
                <a:moveTo>
                  <a:pt x="201721" y="201721"/>
                </a:moveTo>
                <a:lnTo>
                  <a:pt x="0" y="201721"/>
                </a:lnTo>
                <a:lnTo>
                  <a:pt x="0" y="0"/>
                </a:lnTo>
                <a:lnTo>
                  <a:pt x="201721" y="0"/>
                </a:lnTo>
                <a:lnTo>
                  <a:pt x="201721" y="201721"/>
                </a:lnTo>
                <a:close/>
              </a:path>
            </a:pathLst>
          </a:custGeom>
          <a:solidFill>
            <a:srgbClr val="5ABB93"/>
          </a:solidFill>
        </p:spPr>
      </p:sp>
      <p:sp>
        <p:nvSpPr>
          <p:cNvPr id="181" name="TextBox 5"/>
          <p:cNvSpPr txBox="1"/>
          <p:nvPr/>
        </p:nvSpPr>
        <p:spPr>
          <a:xfrm>
            <a:off x="993026" y="313553"/>
            <a:ext cx="2635073" cy="400879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 latinLnBrk="1">
              <a:lnSpc>
                <a:spcPct val="116199"/>
              </a:lnSpc>
            </a:pPr>
            <a:r>
              <a:rPr lang="zh-CN" altLang="en-US" sz="2400" dirty="0">
                <a:solidFill>
                  <a:srgbClr val="756271"/>
                </a:solidFill>
                <a:latin typeface="Microsoft YaHei"/>
                <a:ea typeface="Microsoft YaHei"/>
              </a:rPr>
              <a:t>数据库设计</a:t>
            </a:r>
            <a:endParaRPr lang="en-US" sz="11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5E58625-8EDE-4FBB-8A2B-241565FF8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900" y="1177101"/>
            <a:ext cx="8001000" cy="414819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F303005-0418-42B4-80E8-BB2CE714FBA0}"/>
              </a:ext>
            </a:extLst>
          </p:cNvPr>
          <p:cNvSpPr txBox="1"/>
          <p:nvPr/>
        </p:nvSpPr>
        <p:spPr>
          <a:xfrm>
            <a:off x="249467" y="1651000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accent1"/>
                </a:solidFill>
              </a:rPr>
              <a:t>对系统进行实体关系抽取，</a:t>
            </a:r>
            <a:endParaRPr lang="en-US" altLang="zh-CN" b="1" dirty="0">
              <a:solidFill>
                <a:schemeClr val="accent1"/>
              </a:solidFill>
            </a:endParaRPr>
          </a:p>
          <a:p>
            <a:r>
              <a:rPr lang="zh-CN" altLang="en-US" b="1" dirty="0">
                <a:solidFill>
                  <a:schemeClr val="accent1"/>
                </a:solidFill>
              </a:rPr>
              <a:t>完成系统的数据库设计</a:t>
            </a:r>
          </a:p>
        </p:txBody>
      </p:sp>
    </p:spTree>
    <p:extLst>
      <p:ext uri="{BB962C8B-B14F-4D97-AF65-F5344CB8AC3E}">
        <p14:creationId xmlns:p14="http://schemas.microsoft.com/office/powerpoint/2010/main" val="177198989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" grpId="0" animBg="1"/>
      <p:bldP spid="178" grpId="0" animBg="1"/>
      <p:bldP spid="179" grpId="0" animBg="1"/>
      <p:bldP spid="180" grpId="0" animBg="1"/>
      <p:bldP spid="18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Freeform 1"/>
          <p:cNvSpPr/>
          <p:nvPr/>
        </p:nvSpPr>
        <p:spPr>
          <a:xfrm>
            <a:off x="-2374" y="388695"/>
            <a:ext cx="201721" cy="201721"/>
          </a:xfrm>
          <a:custGeom>
            <a:avLst/>
            <a:gdLst/>
            <a:ahLst/>
            <a:cxnLst/>
            <a:rect l="l" t="t" r="r" b="b"/>
            <a:pathLst>
              <a:path w="201721" h="201721">
                <a:moveTo>
                  <a:pt x="201720" y="201721"/>
                </a:moveTo>
                <a:lnTo>
                  <a:pt x="0" y="201721"/>
                </a:lnTo>
                <a:lnTo>
                  <a:pt x="0" y="0"/>
                </a:lnTo>
                <a:lnTo>
                  <a:pt x="201720" y="0"/>
                </a:lnTo>
                <a:lnTo>
                  <a:pt x="201720" y="201721"/>
                </a:lnTo>
                <a:close/>
              </a:path>
            </a:pathLst>
          </a:custGeom>
          <a:solidFill>
            <a:srgbClr val="F2B973"/>
          </a:solidFill>
        </p:spPr>
      </p:sp>
      <p:sp>
        <p:nvSpPr>
          <p:cNvPr id="178" name="Freeform 2"/>
          <p:cNvSpPr/>
          <p:nvPr/>
        </p:nvSpPr>
        <p:spPr>
          <a:xfrm>
            <a:off x="262167" y="390406"/>
            <a:ext cx="201721" cy="201721"/>
          </a:xfrm>
          <a:custGeom>
            <a:avLst/>
            <a:gdLst/>
            <a:ahLst/>
            <a:cxnLst/>
            <a:rect l="l" t="t" r="r" b="b"/>
            <a:pathLst>
              <a:path w="201721" h="201721">
                <a:moveTo>
                  <a:pt x="201720" y="201721"/>
                </a:moveTo>
                <a:lnTo>
                  <a:pt x="0" y="201721"/>
                </a:lnTo>
                <a:lnTo>
                  <a:pt x="0" y="0"/>
                </a:lnTo>
                <a:lnTo>
                  <a:pt x="201720" y="0"/>
                </a:lnTo>
                <a:lnTo>
                  <a:pt x="201720" y="201721"/>
                </a:lnTo>
                <a:close/>
              </a:path>
            </a:pathLst>
          </a:custGeom>
          <a:solidFill>
            <a:srgbClr val="EF5B43"/>
          </a:solidFill>
        </p:spPr>
      </p:sp>
      <p:sp>
        <p:nvSpPr>
          <p:cNvPr id="179" name="Freeform 3"/>
          <p:cNvSpPr/>
          <p:nvPr/>
        </p:nvSpPr>
        <p:spPr>
          <a:xfrm>
            <a:off x="526711" y="393865"/>
            <a:ext cx="201721" cy="201721"/>
          </a:xfrm>
          <a:custGeom>
            <a:avLst/>
            <a:gdLst/>
            <a:ahLst/>
            <a:cxnLst/>
            <a:rect l="l" t="t" r="r" b="b"/>
            <a:pathLst>
              <a:path w="201721" h="201721">
                <a:moveTo>
                  <a:pt x="201720" y="201721"/>
                </a:moveTo>
                <a:lnTo>
                  <a:pt x="0" y="201721"/>
                </a:lnTo>
                <a:lnTo>
                  <a:pt x="0" y="0"/>
                </a:lnTo>
                <a:lnTo>
                  <a:pt x="201720" y="0"/>
                </a:lnTo>
                <a:lnTo>
                  <a:pt x="201720" y="201721"/>
                </a:lnTo>
                <a:close/>
              </a:path>
            </a:pathLst>
          </a:custGeom>
          <a:solidFill>
            <a:srgbClr val="756271"/>
          </a:solidFill>
        </p:spPr>
      </p:sp>
      <p:sp>
        <p:nvSpPr>
          <p:cNvPr id="180" name="Freeform 4"/>
          <p:cNvSpPr/>
          <p:nvPr/>
        </p:nvSpPr>
        <p:spPr>
          <a:xfrm>
            <a:off x="790659" y="393551"/>
            <a:ext cx="201721" cy="201721"/>
          </a:xfrm>
          <a:custGeom>
            <a:avLst/>
            <a:gdLst/>
            <a:ahLst/>
            <a:cxnLst/>
            <a:rect l="l" t="t" r="r" b="b"/>
            <a:pathLst>
              <a:path w="201721" h="201721">
                <a:moveTo>
                  <a:pt x="201721" y="201721"/>
                </a:moveTo>
                <a:lnTo>
                  <a:pt x="0" y="201721"/>
                </a:lnTo>
                <a:lnTo>
                  <a:pt x="0" y="0"/>
                </a:lnTo>
                <a:lnTo>
                  <a:pt x="201721" y="0"/>
                </a:lnTo>
                <a:lnTo>
                  <a:pt x="201721" y="201721"/>
                </a:lnTo>
                <a:close/>
              </a:path>
            </a:pathLst>
          </a:custGeom>
          <a:solidFill>
            <a:srgbClr val="5ABB93"/>
          </a:solidFill>
        </p:spPr>
      </p:sp>
      <p:sp>
        <p:nvSpPr>
          <p:cNvPr id="181" name="TextBox 5"/>
          <p:cNvSpPr txBox="1"/>
          <p:nvPr/>
        </p:nvSpPr>
        <p:spPr>
          <a:xfrm>
            <a:off x="993026" y="313553"/>
            <a:ext cx="2635073" cy="400879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 latinLnBrk="1">
              <a:lnSpc>
                <a:spcPct val="116199"/>
              </a:lnSpc>
            </a:pPr>
            <a:r>
              <a:rPr lang="zh-CN" altLang="en-US" sz="2400" dirty="0">
                <a:solidFill>
                  <a:srgbClr val="756271"/>
                </a:solidFill>
                <a:latin typeface="Microsoft YaHei"/>
                <a:ea typeface="Microsoft YaHei"/>
              </a:rPr>
              <a:t>接口设计</a:t>
            </a:r>
            <a:endParaRPr lang="en-US" sz="11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C2FA3D2-EFD9-4160-8F05-6F000AAEF8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771"/>
          <a:stretch/>
        </p:blipFill>
        <p:spPr>
          <a:xfrm>
            <a:off x="3187700" y="1422400"/>
            <a:ext cx="7924800" cy="393479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6AF323C-5A1F-42FC-B47F-BA69BBEEFAB2}"/>
              </a:ext>
            </a:extLst>
          </p:cNvPr>
          <p:cNvSpPr txBox="1"/>
          <p:nvPr/>
        </p:nvSpPr>
        <p:spPr>
          <a:xfrm>
            <a:off x="199347" y="1727200"/>
            <a:ext cx="29546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accent1"/>
                </a:solidFill>
              </a:rPr>
              <a:t>为加快系统的开发，以及协</a:t>
            </a:r>
            <a:endParaRPr lang="en-US" altLang="zh-CN" b="1" dirty="0">
              <a:solidFill>
                <a:schemeClr val="accent1"/>
              </a:solidFill>
            </a:endParaRPr>
          </a:p>
          <a:p>
            <a:r>
              <a:rPr lang="zh-CN" altLang="en-US" b="1" dirty="0">
                <a:solidFill>
                  <a:schemeClr val="accent1"/>
                </a:solidFill>
              </a:rPr>
              <a:t>调前后端的开发，我们为实</a:t>
            </a:r>
            <a:endParaRPr lang="en-US" altLang="zh-CN" b="1" dirty="0">
              <a:solidFill>
                <a:schemeClr val="accent1"/>
              </a:solidFill>
            </a:endParaRPr>
          </a:p>
          <a:p>
            <a:r>
              <a:rPr lang="zh-CN" altLang="en-US" b="1" dirty="0">
                <a:solidFill>
                  <a:schemeClr val="accent1"/>
                </a:solidFill>
              </a:rPr>
              <a:t>现系统的相关功能定义了对</a:t>
            </a:r>
            <a:endParaRPr lang="en-US" altLang="zh-CN" b="1" dirty="0">
              <a:solidFill>
                <a:schemeClr val="accent1"/>
              </a:solidFill>
            </a:endParaRPr>
          </a:p>
          <a:p>
            <a:r>
              <a:rPr lang="zh-CN" altLang="en-US" b="1" dirty="0">
                <a:solidFill>
                  <a:schemeClr val="accent1"/>
                </a:solidFill>
              </a:rPr>
              <a:t>应的接口文档</a:t>
            </a:r>
          </a:p>
        </p:txBody>
      </p:sp>
    </p:spTree>
    <p:extLst>
      <p:ext uri="{BB962C8B-B14F-4D97-AF65-F5344CB8AC3E}">
        <p14:creationId xmlns:p14="http://schemas.microsoft.com/office/powerpoint/2010/main" val="220146256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" grpId="0" animBg="1"/>
      <p:bldP spid="178" grpId="0" animBg="1"/>
      <p:bldP spid="179" grpId="0" animBg="1"/>
      <p:bldP spid="180" grpId="0" animBg="1"/>
      <p:bldP spid="18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1"/>
          <p:cNvGrpSpPr/>
          <p:nvPr/>
        </p:nvGrpSpPr>
        <p:grpSpPr>
          <a:xfrm>
            <a:off x="2057390" y="1562080"/>
            <a:ext cx="7426522" cy="2858795"/>
            <a:chOff x="2057390" y="1562080"/>
            <a:chExt cx="7426522" cy="2858795"/>
          </a:xfrm>
          <a:solidFill>
            <a:srgbClr val="808080"/>
          </a:solidFill>
        </p:grpSpPr>
        <p:sp>
          <p:nvSpPr>
            <p:cNvPr id="40" name="Freeform 39"/>
            <p:cNvSpPr/>
            <p:nvPr/>
          </p:nvSpPr>
          <p:spPr>
            <a:xfrm>
              <a:off x="2946400" y="2298709"/>
              <a:ext cx="6168446" cy="2115916"/>
            </a:xfrm>
            <a:custGeom>
              <a:avLst/>
              <a:gdLst/>
              <a:ahLst/>
              <a:cxnLst/>
              <a:rect l="l" t="t" r="r" b="b"/>
              <a:pathLst>
                <a:path w="6168446" h="2115916">
                  <a:moveTo>
                    <a:pt x="6168446" y="2115916"/>
                  </a:moveTo>
                  <a:lnTo>
                    <a:pt x="0" y="2115916"/>
                  </a:lnTo>
                  <a:lnTo>
                    <a:pt x="0" y="0"/>
                  </a:lnTo>
                  <a:lnTo>
                    <a:pt x="6168446" y="0"/>
                  </a:lnTo>
                  <a:lnTo>
                    <a:pt x="6168446" y="2115916"/>
                  </a:lnTo>
                  <a:close/>
                  <a:moveTo>
                    <a:pt x="62760" y="2053119"/>
                  </a:moveTo>
                  <a:lnTo>
                    <a:pt x="6105686" y="2053119"/>
                  </a:lnTo>
                  <a:lnTo>
                    <a:pt x="6105686" y="62787"/>
                  </a:lnTo>
                  <a:lnTo>
                    <a:pt x="62760" y="62787"/>
                  </a:lnTo>
                  <a:lnTo>
                    <a:pt x="62760" y="2053119"/>
                  </a:lnTo>
                  <a:close/>
                </a:path>
              </a:pathLst>
            </a:custGeom>
            <a:grpFill/>
          </p:spPr>
          <p:txBody>
            <a:bodyPr lIns="127000" rIns="127000" rtlCol="0" anchor="ctr"/>
            <a:lstStyle/>
            <a:p>
              <a:pPr algn="l"/>
              <a:endParaRPr lang="en-US" sz="1100"/>
            </a:p>
          </p:txBody>
        </p:sp>
        <p:sp>
          <p:nvSpPr>
            <p:cNvPr id="41" name="Freeform 40"/>
            <p:cNvSpPr/>
            <p:nvPr/>
          </p:nvSpPr>
          <p:spPr>
            <a:xfrm>
              <a:off x="9283700" y="2298700"/>
              <a:ext cx="200212" cy="2122175"/>
            </a:xfrm>
            <a:custGeom>
              <a:avLst/>
              <a:gdLst/>
              <a:ahLst/>
              <a:cxnLst/>
              <a:rect l="l" t="t" r="r" b="b"/>
              <a:pathLst>
                <a:path w="200212" h="2122175">
                  <a:moveTo>
                    <a:pt x="200212" y="2122175"/>
                  </a:moveTo>
                  <a:lnTo>
                    <a:pt x="0" y="2122175"/>
                  </a:lnTo>
                  <a:lnTo>
                    <a:pt x="0" y="0"/>
                  </a:lnTo>
                  <a:lnTo>
                    <a:pt x="200212" y="0"/>
                  </a:lnTo>
                  <a:lnTo>
                    <a:pt x="200212" y="2122175"/>
                  </a:lnTo>
                  <a:close/>
                </a:path>
              </a:pathLst>
            </a:custGeom>
            <a:grpFill/>
          </p:spPr>
          <p:txBody>
            <a:bodyPr lIns="127000" rIns="127000" rtlCol="0" anchor="ctr"/>
            <a:lstStyle/>
            <a:p>
              <a:pPr algn="l"/>
              <a:endParaRPr lang="en-US" sz="110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148201" y="2863036"/>
              <a:ext cx="3692017" cy="1002134"/>
            </a:xfrm>
            <a:prstGeom prst="rect">
              <a:avLst/>
            </a:prstGeom>
            <a:noFill/>
          </p:spPr>
          <p:txBody>
            <a:bodyPr lIns="0" tIns="0" rIns="0" bIns="0" rtlCol="0" anchor="ctr">
              <a:spAutoFit/>
            </a:bodyPr>
            <a:lstStyle/>
            <a:p>
              <a:pPr algn="ctr" latinLnBrk="1">
                <a:lnSpc>
                  <a:spcPct val="116199"/>
                </a:lnSpc>
              </a:pPr>
              <a:r>
                <a:rPr lang="zh-CN" altLang="en-US" sz="6000" b="1" dirty="0">
                  <a:solidFill>
                    <a:srgbClr val="808080"/>
                  </a:solidFill>
                  <a:latin typeface="Microsoft YaHei"/>
                  <a:ea typeface="Microsoft YaHei"/>
                </a:rPr>
                <a:t>编码实现</a:t>
              </a:r>
              <a:endParaRPr lang="en-US" sz="1100" dirty="0">
                <a:solidFill>
                  <a:srgbClr val="808080"/>
                </a:solidFill>
              </a:endParaRPr>
            </a:p>
          </p:txBody>
        </p:sp>
        <p:sp>
          <p:nvSpPr>
            <p:cNvPr id="43" name="Freeform 42"/>
            <p:cNvSpPr/>
            <p:nvPr/>
          </p:nvSpPr>
          <p:spPr>
            <a:xfrm>
              <a:off x="2057390" y="1562080"/>
              <a:ext cx="1346162" cy="1801635"/>
            </a:xfrm>
            <a:custGeom>
              <a:avLst/>
              <a:gdLst/>
              <a:ahLst/>
              <a:cxnLst/>
              <a:rect l="l" t="t" r="r" b="b"/>
              <a:pathLst>
                <a:path w="1346162" h="1801635">
                  <a:moveTo>
                    <a:pt x="1305758" y="68551"/>
                  </a:moveTo>
                  <a:cubicBezTo>
                    <a:pt x="1168604" y="292040"/>
                    <a:pt x="1031450" y="515529"/>
                    <a:pt x="894287" y="739018"/>
                  </a:cubicBezTo>
                  <a:cubicBezTo>
                    <a:pt x="885552" y="752570"/>
                    <a:pt x="876433" y="760749"/>
                    <a:pt x="859318" y="762489"/>
                  </a:cubicBezTo>
                  <a:cubicBezTo>
                    <a:pt x="608148" y="790890"/>
                    <a:pt x="356968" y="819300"/>
                    <a:pt x="106405" y="848733"/>
                  </a:cubicBezTo>
                  <a:cubicBezTo>
                    <a:pt x="101041" y="849108"/>
                    <a:pt x="94644" y="850099"/>
                    <a:pt x="85565" y="851274"/>
                  </a:cubicBezTo>
                  <a:cubicBezTo>
                    <a:pt x="111891" y="895757"/>
                    <a:pt x="136364" y="937133"/>
                    <a:pt x="160847" y="978509"/>
                  </a:cubicBezTo>
                  <a:cubicBezTo>
                    <a:pt x="163297" y="982648"/>
                    <a:pt x="170918" y="983731"/>
                    <a:pt x="176272" y="983357"/>
                  </a:cubicBezTo>
                  <a:cubicBezTo>
                    <a:pt x="219348" y="983023"/>
                    <a:pt x="245978" y="1009156"/>
                    <a:pt x="243235" y="1054064"/>
                  </a:cubicBezTo>
                  <a:cubicBezTo>
                    <a:pt x="243619" y="1059429"/>
                    <a:pt x="244601" y="1065815"/>
                    <a:pt x="247050" y="1069965"/>
                  </a:cubicBezTo>
                  <a:cubicBezTo>
                    <a:pt x="320005" y="1172048"/>
                    <a:pt x="393384" y="1272472"/>
                    <a:pt x="466338" y="1374566"/>
                  </a:cubicBezTo>
                  <a:cubicBezTo>
                    <a:pt x="524991" y="1457166"/>
                    <a:pt x="585274" y="1540191"/>
                    <a:pt x="644534" y="1623854"/>
                  </a:cubicBezTo>
                  <a:cubicBezTo>
                    <a:pt x="660677" y="1646425"/>
                    <a:pt x="676213" y="1667963"/>
                    <a:pt x="694806" y="1694663"/>
                  </a:cubicBezTo>
                  <a:cubicBezTo>
                    <a:pt x="634827" y="1730128"/>
                    <a:pt x="575881" y="1764955"/>
                    <a:pt x="513838" y="1801635"/>
                  </a:cubicBezTo>
                  <a:cubicBezTo>
                    <a:pt x="502441" y="1777658"/>
                    <a:pt x="489820" y="1751605"/>
                    <a:pt x="477816" y="1726596"/>
                  </a:cubicBezTo>
                  <a:cubicBezTo>
                    <a:pt x="409204" y="1587033"/>
                    <a:pt x="342241" y="1447915"/>
                    <a:pt x="274671" y="1307745"/>
                  </a:cubicBezTo>
                  <a:cubicBezTo>
                    <a:pt x="242516" y="1241592"/>
                    <a:pt x="212000" y="1175854"/>
                    <a:pt x="179835" y="1109701"/>
                  </a:cubicBezTo>
                  <a:cubicBezTo>
                    <a:pt x="176778" y="1104519"/>
                    <a:pt x="170422" y="1098497"/>
                    <a:pt x="165908" y="1095582"/>
                  </a:cubicBezTo>
                  <a:cubicBezTo>
                    <a:pt x="128935" y="1075562"/>
                    <a:pt x="118844" y="1039631"/>
                    <a:pt x="141111" y="1004146"/>
                  </a:cubicBezTo>
                  <a:cubicBezTo>
                    <a:pt x="144026" y="999632"/>
                    <a:pt x="144491" y="990968"/>
                    <a:pt x="142042" y="986828"/>
                  </a:cubicBezTo>
                  <a:cubicBezTo>
                    <a:pt x="118176" y="946495"/>
                    <a:pt x="94725" y="904502"/>
                    <a:pt x="69827" y="864775"/>
                  </a:cubicBezTo>
                  <a:cubicBezTo>
                    <a:pt x="66770" y="859603"/>
                    <a:pt x="57317" y="855413"/>
                    <a:pt x="51335" y="854755"/>
                  </a:cubicBezTo>
                  <a:cubicBezTo>
                    <a:pt x="35262" y="855889"/>
                    <a:pt x="18755" y="858662"/>
                    <a:pt x="0" y="859978"/>
                  </a:cubicBezTo>
                  <a:cubicBezTo>
                    <a:pt x="3330" y="853814"/>
                    <a:pt x="5627" y="848268"/>
                    <a:pt x="8542" y="843753"/>
                  </a:cubicBezTo>
                  <a:cubicBezTo>
                    <a:pt x="142639" y="615093"/>
                    <a:pt x="277161" y="384782"/>
                    <a:pt x="411258" y="156121"/>
                  </a:cubicBezTo>
                  <a:cubicBezTo>
                    <a:pt x="427078" y="128621"/>
                    <a:pt x="443525" y="102144"/>
                    <a:pt x="457705" y="74219"/>
                  </a:cubicBezTo>
                  <a:cubicBezTo>
                    <a:pt x="464992" y="62924"/>
                    <a:pt x="472836" y="59685"/>
                    <a:pt x="484587" y="58319"/>
                  </a:cubicBezTo>
                  <a:cubicBezTo>
                    <a:pt x="725383" y="43036"/>
                    <a:pt x="964964" y="25678"/>
                    <a:pt x="1205142" y="9362"/>
                  </a:cubicBezTo>
                  <a:cubicBezTo>
                    <a:pt x="1251315" y="7196"/>
                    <a:pt x="1297914" y="3380"/>
                    <a:pt x="1346162" y="0"/>
                  </a:cubicBezTo>
                  <a:cubicBezTo>
                    <a:pt x="1331790" y="25252"/>
                    <a:pt x="1318257" y="47206"/>
                    <a:pt x="1305758" y="68551"/>
                  </a:cubicBezTo>
                  <a:close/>
                  <a:moveTo>
                    <a:pt x="448262" y="1027972"/>
                  </a:moveTo>
                  <a:cubicBezTo>
                    <a:pt x="452310" y="971130"/>
                    <a:pt x="455954" y="915929"/>
                    <a:pt x="458555" y="861354"/>
                  </a:cubicBezTo>
                  <a:cubicBezTo>
                    <a:pt x="459861" y="849421"/>
                    <a:pt x="465650" y="847397"/>
                    <a:pt x="474719" y="846213"/>
                  </a:cubicBezTo>
                  <a:cubicBezTo>
                    <a:pt x="546894" y="838450"/>
                    <a:pt x="618451" y="829654"/>
                    <a:pt x="691041" y="820242"/>
                  </a:cubicBezTo>
                  <a:cubicBezTo>
                    <a:pt x="757852" y="812853"/>
                    <a:pt x="825685" y="804857"/>
                    <a:pt x="893538" y="796851"/>
                  </a:cubicBezTo>
                  <a:cubicBezTo>
                    <a:pt x="898902" y="796477"/>
                    <a:pt x="905947" y="789513"/>
                    <a:pt x="909286" y="783359"/>
                  </a:cubicBezTo>
                  <a:cubicBezTo>
                    <a:pt x="978385" y="671316"/>
                    <a:pt x="1046450" y="559891"/>
                    <a:pt x="1114941" y="446826"/>
                  </a:cubicBezTo>
                  <a:cubicBezTo>
                    <a:pt x="1120771" y="437797"/>
                    <a:pt x="1126591" y="428769"/>
                    <a:pt x="1132835" y="418101"/>
                  </a:cubicBezTo>
                  <a:cubicBezTo>
                    <a:pt x="1195294" y="448182"/>
                    <a:pt x="1257145" y="477230"/>
                    <a:pt x="1319604" y="507301"/>
                  </a:cubicBezTo>
                  <a:cubicBezTo>
                    <a:pt x="1297904" y="550842"/>
                    <a:pt x="1275596" y="593342"/>
                    <a:pt x="1253289" y="635841"/>
                  </a:cubicBezTo>
                  <a:cubicBezTo>
                    <a:pt x="1189879" y="759868"/>
                    <a:pt x="1125447" y="884502"/>
                    <a:pt x="1062037" y="1008528"/>
                  </a:cubicBezTo>
                  <a:cubicBezTo>
                    <a:pt x="1055367" y="1020836"/>
                    <a:pt x="1048738" y="1026160"/>
                    <a:pt x="1034730" y="1026059"/>
                  </a:cubicBezTo>
                  <a:cubicBezTo>
                    <a:pt x="843498" y="1026038"/>
                    <a:pt x="651851" y="1027658"/>
                    <a:pt x="460205" y="1029277"/>
                  </a:cubicBezTo>
                  <a:cubicBezTo>
                    <a:pt x="456905" y="1028427"/>
                    <a:pt x="452584" y="1028204"/>
                    <a:pt x="448262" y="1027972"/>
                  </a:cubicBezTo>
                  <a:close/>
                </a:path>
              </a:pathLst>
            </a:custGeom>
            <a:grpFill/>
          </p:spPr>
          <p:txBody>
            <a:bodyPr lIns="127000" rIns="127000" rtlCol="0" anchor="ctr"/>
            <a:lstStyle/>
            <a:p>
              <a:pPr algn="l"/>
              <a:endParaRPr lang="en-US" sz="1100"/>
            </a:p>
          </p:txBody>
        </p:sp>
      </p:grpSp>
    </p:spTree>
    <p:extLst>
      <p:ext uri="{BB962C8B-B14F-4D97-AF65-F5344CB8AC3E}">
        <p14:creationId xmlns:p14="http://schemas.microsoft.com/office/powerpoint/2010/main" val="39657392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Freeform 1"/>
          <p:cNvSpPr/>
          <p:nvPr/>
        </p:nvSpPr>
        <p:spPr>
          <a:xfrm>
            <a:off x="-2374" y="388695"/>
            <a:ext cx="201721" cy="201721"/>
          </a:xfrm>
          <a:custGeom>
            <a:avLst/>
            <a:gdLst/>
            <a:ahLst/>
            <a:cxnLst/>
            <a:rect l="l" t="t" r="r" b="b"/>
            <a:pathLst>
              <a:path w="201721" h="201721">
                <a:moveTo>
                  <a:pt x="201720" y="201721"/>
                </a:moveTo>
                <a:lnTo>
                  <a:pt x="0" y="201721"/>
                </a:lnTo>
                <a:lnTo>
                  <a:pt x="0" y="0"/>
                </a:lnTo>
                <a:lnTo>
                  <a:pt x="201720" y="0"/>
                </a:lnTo>
                <a:lnTo>
                  <a:pt x="201720" y="201721"/>
                </a:lnTo>
                <a:close/>
              </a:path>
            </a:pathLst>
          </a:custGeom>
          <a:solidFill>
            <a:srgbClr val="F2B973"/>
          </a:solidFill>
        </p:spPr>
      </p:sp>
      <p:sp>
        <p:nvSpPr>
          <p:cNvPr id="178" name="Freeform 2"/>
          <p:cNvSpPr/>
          <p:nvPr/>
        </p:nvSpPr>
        <p:spPr>
          <a:xfrm>
            <a:off x="262167" y="390406"/>
            <a:ext cx="201721" cy="201721"/>
          </a:xfrm>
          <a:custGeom>
            <a:avLst/>
            <a:gdLst/>
            <a:ahLst/>
            <a:cxnLst/>
            <a:rect l="l" t="t" r="r" b="b"/>
            <a:pathLst>
              <a:path w="201721" h="201721">
                <a:moveTo>
                  <a:pt x="201720" y="201721"/>
                </a:moveTo>
                <a:lnTo>
                  <a:pt x="0" y="201721"/>
                </a:lnTo>
                <a:lnTo>
                  <a:pt x="0" y="0"/>
                </a:lnTo>
                <a:lnTo>
                  <a:pt x="201720" y="0"/>
                </a:lnTo>
                <a:lnTo>
                  <a:pt x="201720" y="201721"/>
                </a:lnTo>
                <a:close/>
              </a:path>
            </a:pathLst>
          </a:custGeom>
          <a:solidFill>
            <a:srgbClr val="EF5B43"/>
          </a:solidFill>
        </p:spPr>
      </p:sp>
      <p:sp>
        <p:nvSpPr>
          <p:cNvPr id="179" name="Freeform 3"/>
          <p:cNvSpPr/>
          <p:nvPr/>
        </p:nvSpPr>
        <p:spPr>
          <a:xfrm>
            <a:off x="526711" y="393865"/>
            <a:ext cx="201721" cy="201721"/>
          </a:xfrm>
          <a:custGeom>
            <a:avLst/>
            <a:gdLst/>
            <a:ahLst/>
            <a:cxnLst/>
            <a:rect l="l" t="t" r="r" b="b"/>
            <a:pathLst>
              <a:path w="201721" h="201721">
                <a:moveTo>
                  <a:pt x="201720" y="201721"/>
                </a:moveTo>
                <a:lnTo>
                  <a:pt x="0" y="201721"/>
                </a:lnTo>
                <a:lnTo>
                  <a:pt x="0" y="0"/>
                </a:lnTo>
                <a:lnTo>
                  <a:pt x="201720" y="0"/>
                </a:lnTo>
                <a:lnTo>
                  <a:pt x="201720" y="201721"/>
                </a:lnTo>
                <a:close/>
              </a:path>
            </a:pathLst>
          </a:custGeom>
          <a:solidFill>
            <a:srgbClr val="756271"/>
          </a:solidFill>
        </p:spPr>
      </p:sp>
      <p:sp>
        <p:nvSpPr>
          <p:cNvPr id="180" name="Freeform 4"/>
          <p:cNvSpPr/>
          <p:nvPr/>
        </p:nvSpPr>
        <p:spPr>
          <a:xfrm>
            <a:off x="790659" y="393551"/>
            <a:ext cx="201721" cy="201721"/>
          </a:xfrm>
          <a:custGeom>
            <a:avLst/>
            <a:gdLst/>
            <a:ahLst/>
            <a:cxnLst/>
            <a:rect l="l" t="t" r="r" b="b"/>
            <a:pathLst>
              <a:path w="201721" h="201721">
                <a:moveTo>
                  <a:pt x="201721" y="201721"/>
                </a:moveTo>
                <a:lnTo>
                  <a:pt x="0" y="201721"/>
                </a:lnTo>
                <a:lnTo>
                  <a:pt x="0" y="0"/>
                </a:lnTo>
                <a:lnTo>
                  <a:pt x="201721" y="0"/>
                </a:lnTo>
                <a:lnTo>
                  <a:pt x="201721" y="201721"/>
                </a:lnTo>
                <a:close/>
              </a:path>
            </a:pathLst>
          </a:custGeom>
          <a:solidFill>
            <a:srgbClr val="5ABB93"/>
          </a:solidFill>
        </p:spPr>
      </p:sp>
      <p:sp>
        <p:nvSpPr>
          <p:cNvPr id="181" name="TextBox 5"/>
          <p:cNvSpPr txBox="1"/>
          <p:nvPr/>
        </p:nvSpPr>
        <p:spPr>
          <a:xfrm>
            <a:off x="993026" y="313553"/>
            <a:ext cx="2635073" cy="400879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 latinLnBrk="1">
              <a:lnSpc>
                <a:spcPct val="116199"/>
              </a:lnSpc>
            </a:pPr>
            <a:r>
              <a:rPr lang="zh-CN" altLang="en-US" sz="2400" dirty="0">
                <a:solidFill>
                  <a:srgbClr val="756271"/>
                </a:solidFill>
                <a:latin typeface="Microsoft YaHei"/>
                <a:ea typeface="Microsoft YaHei"/>
              </a:rPr>
              <a:t>后端技术</a:t>
            </a:r>
            <a:endParaRPr lang="en-US" sz="11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E03E5DD-18F9-4D10-81EA-2C2BA2E39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27" y="943647"/>
            <a:ext cx="3095625" cy="147637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80ECDAD-6925-4DDB-BBBC-7D73C903F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5320" y="943647"/>
            <a:ext cx="7663198" cy="461510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61EE996-B4F6-4877-AD5D-62F37D40C955}"/>
              </a:ext>
            </a:extLst>
          </p:cNvPr>
          <p:cNvSpPr txBox="1"/>
          <p:nvPr/>
        </p:nvSpPr>
        <p:spPr>
          <a:xfrm>
            <a:off x="262167" y="3066533"/>
            <a:ext cx="34163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accent1"/>
                </a:solidFill>
              </a:rPr>
              <a:t>后端采用</a:t>
            </a:r>
            <a:r>
              <a:rPr lang="en-US" altLang="zh-CN" b="1" dirty="0">
                <a:solidFill>
                  <a:schemeClr val="accent1"/>
                </a:solidFill>
              </a:rPr>
              <a:t>spring boot</a:t>
            </a:r>
            <a:r>
              <a:rPr lang="zh-CN" altLang="en-US" b="1" dirty="0">
                <a:solidFill>
                  <a:schemeClr val="accent1"/>
                </a:solidFill>
              </a:rPr>
              <a:t>技术栈，为</a:t>
            </a:r>
            <a:endParaRPr lang="en-US" altLang="zh-CN" b="1" dirty="0">
              <a:solidFill>
                <a:schemeClr val="accent1"/>
              </a:solidFill>
            </a:endParaRPr>
          </a:p>
          <a:p>
            <a:r>
              <a:rPr lang="zh-CN" altLang="en-US" b="1" dirty="0">
                <a:solidFill>
                  <a:schemeClr val="accent1"/>
                </a:solidFill>
              </a:rPr>
              <a:t>实现接口文档的接口完成对应的</a:t>
            </a:r>
            <a:endParaRPr lang="en-US" altLang="zh-CN" b="1" dirty="0">
              <a:solidFill>
                <a:schemeClr val="accent1"/>
              </a:solidFill>
            </a:endParaRPr>
          </a:p>
          <a:p>
            <a:r>
              <a:rPr lang="zh-CN" altLang="en-US" b="1" dirty="0">
                <a:solidFill>
                  <a:schemeClr val="accent1"/>
                </a:solidFill>
              </a:rPr>
              <a:t>业务流程编码</a:t>
            </a:r>
          </a:p>
        </p:txBody>
      </p:sp>
    </p:spTree>
    <p:extLst>
      <p:ext uri="{BB962C8B-B14F-4D97-AF65-F5344CB8AC3E}">
        <p14:creationId xmlns:p14="http://schemas.microsoft.com/office/powerpoint/2010/main" val="304196401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" grpId="0" animBg="1"/>
      <p:bldP spid="178" grpId="0" animBg="1"/>
      <p:bldP spid="179" grpId="0" animBg="1"/>
      <p:bldP spid="180" grpId="0" animBg="1"/>
      <p:bldP spid="18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Freeform 1"/>
          <p:cNvSpPr/>
          <p:nvPr/>
        </p:nvSpPr>
        <p:spPr>
          <a:xfrm>
            <a:off x="-2374" y="388695"/>
            <a:ext cx="201721" cy="201721"/>
          </a:xfrm>
          <a:custGeom>
            <a:avLst/>
            <a:gdLst/>
            <a:ahLst/>
            <a:cxnLst/>
            <a:rect l="l" t="t" r="r" b="b"/>
            <a:pathLst>
              <a:path w="201721" h="201721">
                <a:moveTo>
                  <a:pt x="201720" y="201721"/>
                </a:moveTo>
                <a:lnTo>
                  <a:pt x="0" y="201721"/>
                </a:lnTo>
                <a:lnTo>
                  <a:pt x="0" y="0"/>
                </a:lnTo>
                <a:lnTo>
                  <a:pt x="201720" y="0"/>
                </a:lnTo>
                <a:lnTo>
                  <a:pt x="201720" y="201721"/>
                </a:lnTo>
                <a:close/>
              </a:path>
            </a:pathLst>
          </a:custGeom>
          <a:solidFill>
            <a:srgbClr val="F2B973"/>
          </a:solidFill>
        </p:spPr>
      </p:sp>
      <p:sp>
        <p:nvSpPr>
          <p:cNvPr id="178" name="Freeform 2"/>
          <p:cNvSpPr/>
          <p:nvPr/>
        </p:nvSpPr>
        <p:spPr>
          <a:xfrm>
            <a:off x="262167" y="390406"/>
            <a:ext cx="201721" cy="201721"/>
          </a:xfrm>
          <a:custGeom>
            <a:avLst/>
            <a:gdLst/>
            <a:ahLst/>
            <a:cxnLst/>
            <a:rect l="l" t="t" r="r" b="b"/>
            <a:pathLst>
              <a:path w="201721" h="201721">
                <a:moveTo>
                  <a:pt x="201720" y="201721"/>
                </a:moveTo>
                <a:lnTo>
                  <a:pt x="0" y="201721"/>
                </a:lnTo>
                <a:lnTo>
                  <a:pt x="0" y="0"/>
                </a:lnTo>
                <a:lnTo>
                  <a:pt x="201720" y="0"/>
                </a:lnTo>
                <a:lnTo>
                  <a:pt x="201720" y="201721"/>
                </a:lnTo>
                <a:close/>
              </a:path>
            </a:pathLst>
          </a:custGeom>
          <a:solidFill>
            <a:srgbClr val="EF5B43"/>
          </a:solidFill>
        </p:spPr>
      </p:sp>
      <p:sp>
        <p:nvSpPr>
          <p:cNvPr id="179" name="Freeform 3"/>
          <p:cNvSpPr/>
          <p:nvPr/>
        </p:nvSpPr>
        <p:spPr>
          <a:xfrm>
            <a:off x="526711" y="393865"/>
            <a:ext cx="201721" cy="201721"/>
          </a:xfrm>
          <a:custGeom>
            <a:avLst/>
            <a:gdLst/>
            <a:ahLst/>
            <a:cxnLst/>
            <a:rect l="l" t="t" r="r" b="b"/>
            <a:pathLst>
              <a:path w="201721" h="201721">
                <a:moveTo>
                  <a:pt x="201720" y="201721"/>
                </a:moveTo>
                <a:lnTo>
                  <a:pt x="0" y="201721"/>
                </a:lnTo>
                <a:lnTo>
                  <a:pt x="0" y="0"/>
                </a:lnTo>
                <a:lnTo>
                  <a:pt x="201720" y="0"/>
                </a:lnTo>
                <a:lnTo>
                  <a:pt x="201720" y="201721"/>
                </a:lnTo>
                <a:close/>
              </a:path>
            </a:pathLst>
          </a:custGeom>
          <a:solidFill>
            <a:srgbClr val="756271"/>
          </a:solidFill>
        </p:spPr>
      </p:sp>
      <p:sp>
        <p:nvSpPr>
          <p:cNvPr id="180" name="Freeform 4"/>
          <p:cNvSpPr/>
          <p:nvPr/>
        </p:nvSpPr>
        <p:spPr>
          <a:xfrm>
            <a:off x="790659" y="393551"/>
            <a:ext cx="201721" cy="201721"/>
          </a:xfrm>
          <a:custGeom>
            <a:avLst/>
            <a:gdLst/>
            <a:ahLst/>
            <a:cxnLst/>
            <a:rect l="l" t="t" r="r" b="b"/>
            <a:pathLst>
              <a:path w="201721" h="201721">
                <a:moveTo>
                  <a:pt x="201721" y="201721"/>
                </a:moveTo>
                <a:lnTo>
                  <a:pt x="0" y="201721"/>
                </a:lnTo>
                <a:lnTo>
                  <a:pt x="0" y="0"/>
                </a:lnTo>
                <a:lnTo>
                  <a:pt x="201721" y="0"/>
                </a:lnTo>
                <a:lnTo>
                  <a:pt x="201721" y="201721"/>
                </a:lnTo>
                <a:close/>
              </a:path>
            </a:pathLst>
          </a:custGeom>
          <a:solidFill>
            <a:srgbClr val="5ABB93"/>
          </a:solidFill>
        </p:spPr>
      </p:sp>
      <p:sp>
        <p:nvSpPr>
          <p:cNvPr id="181" name="TextBox 5"/>
          <p:cNvSpPr txBox="1"/>
          <p:nvPr/>
        </p:nvSpPr>
        <p:spPr>
          <a:xfrm>
            <a:off x="993026" y="313553"/>
            <a:ext cx="2635073" cy="400879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 latinLnBrk="1">
              <a:lnSpc>
                <a:spcPct val="116199"/>
              </a:lnSpc>
            </a:pPr>
            <a:r>
              <a:rPr lang="zh-CN" altLang="en-US" sz="2400" dirty="0">
                <a:solidFill>
                  <a:srgbClr val="756271"/>
                </a:solidFill>
                <a:latin typeface="Microsoft YaHei"/>
                <a:ea typeface="Microsoft YaHei"/>
              </a:rPr>
              <a:t>接口调试</a:t>
            </a:r>
            <a:endParaRPr lang="en-US" sz="11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EAAC19B-4E21-403B-9CE6-1159C8057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900" y="1346200"/>
            <a:ext cx="7924800" cy="425686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E271B30-6B95-48FD-B5D6-B88A8A082EA3}"/>
              </a:ext>
            </a:extLst>
          </p:cNvPr>
          <p:cNvSpPr txBox="1"/>
          <p:nvPr/>
        </p:nvSpPr>
        <p:spPr>
          <a:xfrm>
            <a:off x="150419" y="1346200"/>
            <a:ext cx="31134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accent1"/>
                </a:solidFill>
              </a:rPr>
              <a:t>使用</a:t>
            </a:r>
            <a:r>
              <a:rPr lang="en-US" altLang="zh-CN" b="1" dirty="0">
                <a:solidFill>
                  <a:schemeClr val="accent1"/>
                </a:solidFill>
              </a:rPr>
              <a:t>Postman</a:t>
            </a:r>
            <a:r>
              <a:rPr lang="zh-CN" altLang="en-US" b="1" dirty="0">
                <a:solidFill>
                  <a:schemeClr val="accent1"/>
                </a:solidFill>
              </a:rPr>
              <a:t>进行接口调试，</a:t>
            </a:r>
            <a:endParaRPr lang="en-US" altLang="zh-CN" b="1" dirty="0">
              <a:solidFill>
                <a:schemeClr val="accent1"/>
              </a:solidFill>
            </a:endParaRPr>
          </a:p>
          <a:p>
            <a:r>
              <a:rPr lang="zh-CN" altLang="en-US" b="1" dirty="0">
                <a:solidFill>
                  <a:schemeClr val="accent1"/>
                </a:solidFill>
              </a:rPr>
              <a:t>根据接口文档验证开发接口</a:t>
            </a:r>
            <a:endParaRPr lang="en-US" altLang="zh-CN" b="1" dirty="0">
              <a:solidFill>
                <a:schemeClr val="accent1"/>
              </a:solidFill>
            </a:endParaRPr>
          </a:p>
          <a:p>
            <a:r>
              <a:rPr lang="zh-CN" altLang="en-US" b="1" dirty="0">
                <a:solidFill>
                  <a:schemeClr val="accent1"/>
                </a:solidFill>
              </a:rPr>
              <a:t>的正确性</a:t>
            </a:r>
          </a:p>
        </p:txBody>
      </p:sp>
    </p:spTree>
    <p:extLst>
      <p:ext uri="{BB962C8B-B14F-4D97-AF65-F5344CB8AC3E}">
        <p14:creationId xmlns:p14="http://schemas.microsoft.com/office/powerpoint/2010/main" val="217874192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" grpId="0" animBg="1"/>
      <p:bldP spid="178" grpId="0" animBg="1"/>
      <p:bldP spid="179" grpId="0" animBg="1"/>
      <p:bldP spid="180" grpId="0" animBg="1"/>
      <p:bldP spid="18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1"/>
          <p:cNvGrpSpPr/>
          <p:nvPr/>
        </p:nvGrpSpPr>
        <p:grpSpPr>
          <a:xfrm>
            <a:off x="2057390" y="1562080"/>
            <a:ext cx="7426522" cy="2858795"/>
            <a:chOff x="2057390" y="1562080"/>
            <a:chExt cx="7426522" cy="2858795"/>
          </a:xfrm>
          <a:solidFill>
            <a:srgbClr val="333333"/>
          </a:solidFill>
        </p:grpSpPr>
        <p:sp>
          <p:nvSpPr>
            <p:cNvPr id="40" name="Freeform 39"/>
            <p:cNvSpPr/>
            <p:nvPr/>
          </p:nvSpPr>
          <p:spPr>
            <a:xfrm>
              <a:off x="2946400" y="2298709"/>
              <a:ext cx="6168446" cy="2115916"/>
            </a:xfrm>
            <a:custGeom>
              <a:avLst/>
              <a:gdLst/>
              <a:ahLst/>
              <a:cxnLst/>
              <a:rect l="l" t="t" r="r" b="b"/>
              <a:pathLst>
                <a:path w="6168446" h="2115916">
                  <a:moveTo>
                    <a:pt x="6168446" y="2115916"/>
                  </a:moveTo>
                  <a:lnTo>
                    <a:pt x="0" y="2115916"/>
                  </a:lnTo>
                  <a:lnTo>
                    <a:pt x="0" y="0"/>
                  </a:lnTo>
                  <a:lnTo>
                    <a:pt x="6168446" y="0"/>
                  </a:lnTo>
                  <a:lnTo>
                    <a:pt x="6168446" y="2115916"/>
                  </a:lnTo>
                  <a:close/>
                  <a:moveTo>
                    <a:pt x="62760" y="2053119"/>
                  </a:moveTo>
                  <a:lnTo>
                    <a:pt x="6105686" y="2053119"/>
                  </a:lnTo>
                  <a:lnTo>
                    <a:pt x="6105686" y="62787"/>
                  </a:lnTo>
                  <a:lnTo>
                    <a:pt x="62760" y="62787"/>
                  </a:lnTo>
                  <a:lnTo>
                    <a:pt x="62760" y="2053119"/>
                  </a:lnTo>
                  <a:close/>
                </a:path>
              </a:pathLst>
            </a:custGeom>
            <a:grpFill/>
          </p:spPr>
          <p:txBody>
            <a:bodyPr lIns="127000" rIns="127000" rtlCol="0" anchor="ctr"/>
            <a:lstStyle/>
            <a:p>
              <a:pPr algn="l"/>
              <a:endParaRPr lang="en-US" sz="1100"/>
            </a:p>
          </p:txBody>
        </p:sp>
        <p:sp>
          <p:nvSpPr>
            <p:cNvPr id="41" name="Freeform 40"/>
            <p:cNvSpPr/>
            <p:nvPr/>
          </p:nvSpPr>
          <p:spPr>
            <a:xfrm>
              <a:off x="9283700" y="2298700"/>
              <a:ext cx="200212" cy="2122175"/>
            </a:xfrm>
            <a:custGeom>
              <a:avLst/>
              <a:gdLst/>
              <a:ahLst/>
              <a:cxnLst/>
              <a:rect l="l" t="t" r="r" b="b"/>
              <a:pathLst>
                <a:path w="200212" h="2122175">
                  <a:moveTo>
                    <a:pt x="200212" y="2122175"/>
                  </a:moveTo>
                  <a:lnTo>
                    <a:pt x="0" y="2122175"/>
                  </a:lnTo>
                  <a:lnTo>
                    <a:pt x="0" y="0"/>
                  </a:lnTo>
                  <a:lnTo>
                    <a:pt x="200212" y="0"/>
                  </a:lnTo>
                  <a:lnTo>
                    <a:pt x="200212" y="2122175"/>
                  </a:lnTo>
                  <a:close/>
                </a:path>
              </a:pathLst>
            </a:custGeom>
            <a:grpFill/>
          </p:spPr>
          <p:txBody>
            <a:bodyPr lIns="127000" rIns="127000" rtlCol="0" anchor="ctr"/>
            <a:lstStyle/>
            <a:p>
              <a:pPr algn="l"/>
              <a:endParaRPr lang="en-US" sz="110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932491" y="2862648"/>
              <a:ext cx="3692017" cy="1002134"/>
            </a:xfrm>
            <a:prstGeom prst="rect">
              <a:avLst/>
            </a:prstGeom>
            <a:noFill/>
          </p:spPr>
          <p:txBody>
            <a:bodyPr lIns="0" tIns="0" rIns="0" bIns="0" rtlCol="0" anchor="ctr">
              <a:spAutoFit/>
            </a:bodyPr>
            <a:lstStyle/>
            <a:p>
              <a:pPr algn="ctr" latinLnBrk="1">
                <a:lnSpc>
                  <a:spcPct val="116199"/>
                </a:lnSpc>
              </a:pPr>
              <a:r>
                <a:rPr lang="zh-CN" altLang="en-US" sz="6000" b="1" dirty="0">
                  <a:solidFill>
                    <a:srgbClr val="333333"/>
                  </a:solidFill>
                  <a:latin typeface="Microsoft YaHei"/>
                  <a:ea typeface="Microsoft YaHei"/>
                </a:rPr>
                <a:t>测试</a:t>
              </a:r>
              <a:endParaRPr lang="en-US" sz="1100" dirty="0">
                <a:solidFill>
                  <a:srgbClr val="333333"/>
                </a:solidFill>
              </a:endParaRPr>
            </a:p>
          </p:txBody>
        </p:sp>
        <p:sp>
          <p:nvSpPr>
            <p:cNvPr id="43" name="Freeform 42"/>
            <p:cNvSpPr/>
            <p:nvPr/>
          </p:nvSpPr>
          <p:spPr>
            <a:xfrm>
              <a:off x="2057390" y="1562080"/>
              <a:ext cx="1346162" cy="1801635"/>
            </a:xfrm>
            <a:custGeom>
              <a:avLst/>
              <a:gdLst/>
              <a:ahLst/>
              <a:cxnLst/>
              <a:rect l="l" t="t" r="r" b="b"/>
              <a:pathLst>
                <a:path w="1346162" h="1801635">
                  <a:moveTo>
                    <a:pt x="1305758" y="68551"/>
                  </a:moveTo>
                  <a:cubicBezTo>
                    <a:pt x="1168604" y="292040"/>
                    <a:pt x="1031450" y="515529"/>
                    <a:pt x="894287" y="739018"/>
                  </a:cubicBezTo>
                  <a:cubicBezTo>
                    <a:pt x="885552" y="752570"/>
                    <a:pt x="876433" y="760749"/>
                    <a:pt x="859318" y="762489"/>
                  </a:cubicBezTo>
                  <a:cubicBezTo>
                    <a:pt x="608148" y="790890"/>
                    <a:pt x="356968" y="819300"/>
                    <a:pt x="106405" y="848733"/>
                  </a:cubicBezTo>
                  <a:cubicBezTo>
                    <a:pt x="101041" y="849108"/>
                    <a:pt x="94644" y="850099"/>
                    <a:pt x="85565" y="851274"/>
                  </a:cubicBezTo>
                  <a:cubicBezTo>
                    <a:pt x="111891" y="895757"/>
                    <a:pt x="136364" y="937133"/>
                    <a:pt x="160847" y="978509"/>
                  </a:cubicBezTo>
                  <a:cubicBezTo>
                    <a:pt x="163297" y="982648"/>
                    <a:pt x="170918" y="983731"/>
                    <a:pt x="176272" y="983357"/>
                  </a:cubicBezTo>
                  <a:cubicBezTo>
                    <a:pt x="219348" y="983023"/>
                    <a:pt x="245978" y="1009156"/>
                    <a:pt x="243235" y="1054064"/>
                  </a:cubicBezTo>
                  <a:cubicBezTo>
                    <a:pt x="243619" y="1059429"/>
                    <a:pt x="244601" y="1065815"/>
                    <a:pt x="247050" y="1069965"/>
                  </a:cubicBezTo>
                  <a:cubicBezTo>
                    <a:pt x="320005" y="1172048"/>
                    <a:pt x="393384" y="1272472"/>
                    <a:pt x="466338" y="1374566"/>
                  </a:cubicBezTo>
                  <a:cubicBezTo>
                    <a:pt x="524991" y="1457166"/>
                    <a:pt x="585274" y="1540191"/>
                    <a:pt x="644534" y="1623854"/>
                  </a:cubicBezTo>
                  <a:cubicBezTo>
                    <a:pt x="660677" y="1646425"/>
                    <a:pt x="676213" y="1667963"/>
                    <a:pt x="694806" y="1694663"/>
                  </a:cubicBezTo>
                  <a:cubicBezTo>
                    <a:pt x="634827" y="1730128"/>
                    <a:pt x="575881" y="1764955"/>
                    <a:pt x="513838" y="1801635"/>
                  </a:cubicBezTo>
                  <a:cubicBezTo>
                    <a:pt x="502441" y="1777658"/>
                    <a:pt x="489820" y="1751605"/>
                    <a:pt x="477816" y="1726596"/>
                  </a:cubicBezTo>
                  <a:cubicBezTo>
                    <a:pt x="409204" y="1587033"/>
                    <a:pt x="342241" y="1447915"/>
                    <a:pt x="274671" y="1307745"/>
                  </a:cubicBezTo>
                  <a:cubicBezTo>
                    <a:pt x="242516" y="1241592"/>
                    <a:pt x="212000" y="1175854"/>
                    <a:pt x="179835" y="1109701"/>
                  </a:cubicBezTo>
                  <a:cubicBezTo>
                    <a:pt x="176778" y="1104519"/>
                    <a:pt x="170422" y="1098497"/>
                    <a:pt x="165908" y="1095582"/>
                  </a:cubicBezTo>
                  <a:cubicBezTo>
                    <a:pt x="128935" y="1075562"/>
                    <a:pt x="118844" y="1039631"/>
                    <a:pt x="141111" y="1004146"/>
                  </a:cubicBezTo>
                  <a:cubicBezTo>
                    <a:pt x="144026" y="999632"/>
                    <a:pt x="144491" y="990968"/>
                    <a:pt x="142042" y="986828"/>
                  </a:cubicBezTo>
                  <a:cubicBezTo>
                    <a:pt x="118176" y="946495"/>
                    <a:pt x="94725" y="904502"/>
                    <a:pt x="69827" y="864775"/>
                  </a:cubicBezTo>
                  <a:cubicBezTo>
                    <a:pt x="66770" y="859603"/>
                    <a:pt x="57317" y="855413"/>
                    <a:pt x="51335" y="854755"/>
                  </a:cubicBezTo>
                  <a:cubicBezTo>
                    <a:pt x="35262" y="855889"/>
                    <a:pt x="18755" y="858662"/>
                    <a:pt x="0" y="859978"/>
                  </a:cubicBezTo>
                  <a:cubicBezTo>
                    <a:pt x="3330" y="853814"/>
                    <a:pt x="5627" y="848268"/>
                    <a:pt x="8542" y="843753"/>
                  </a:cubicBezTo>
                  <a:cubicBezTo>
                    <a:pt x="142639" y="615093"/>
                    <a:pt x="277161" y="384782"/>
                    <a:pt x="411258" y="156121"/>
                  </a:cubicBezTo>
                  <a:cubicBezTo>
                    <a:pt x="427078" y="128621"/>
                    <a:pt x="443525" y="102144"/>
                    <a:pt x="457705" y="74219"/>
                  </a:cubicBezTo>
                  <a:cubicBezTo>
                    <a:pt x="464992" y="62924"/>
                    <a:pt x="472836" y="59685"/>
                    <a:pt x="484587" y="58319"/>
                  </a:cubicBezTo>
                  <a:cubicBezTo>
                    <a:pt x="725383" y="43036"/>
                    <a:pt x="964964" y="25678"/>
                    <a:pt x="1205142" y="9362"/>
                  </a:cubicBezTo>
                  <a:cubicBezTo>
                    <a:pt x="1251315" y="7196"/>
                    <a:pt x="1297914" y="3380"/>
                    <a:pt x="1346162" y="0"/>
                  </a:cubicBezTo>
                  <a:cubicBezTo>
                    <a:pt x="1331790" y="25252"/>
                    <a:pt x="1318257" y="47206"/>
                    <a:pt x="1305758" y="68551"/>
                  </a:cubicBezTo>
                  <a:close/>
                  <a:moveTo>
                    <a:pt x="448262" y="1027972"/>
                  </a:moveTo>
                  <a:cubicBezTo>
                    <a:pt x="452310" y="971130"/>
                    <a:pt x="455954" y="915929"/>
                    <a:pt x="458555" y="861354"/>
                  </a:cubicBezTo>
                  <a:cubicBezTo>
                    <a:pt x="459861" y="849421"/>
                    <a:pt x="465650" y="847397"/>
                    <a:pt x="474719" y="846213"/>
                  </a:cubicBezTo>
                  <a:cubicBezTo>
                    <a:pt x="546894" y="838450"/>
                    <a:pt x="618451" y="829654"/>
                    <a:pt x="691041" y="820242"/>
                  </a:cubicBezTo>
                  <a:cubicBezTo>
                    <a:pt x="757852" y="812853"/>
                    <a:pt x="825685" y="804857"/>
                    <a:pt x="893538" y="796851"/>
                  </a:cubicBezTo>
                  <a:cubicBezTo>
                    <a:pt x="898902" y="796477"/>
                    <a:pt x="905947" y="789513"/>
                    <a:pt x="909286" y="783359"/>
                  </a:cubicBezTo>
                  <a:cubicBezTo>
                    <a:pt x="978385" y="671316"/>
                    <a:pt x="1046450" y="559891"/>
                    <a:pt x="1114941" y="446826"/>
                  </a:cubicBezTo>
                  <a:cubicBezTo>
                    <a:pt x="1120771" y="437797"/>
                    <a:pt x="1126591" y="428769"/>
                    <a:pt x="1132835" y="418101"/>
                  </a:cubicBezTo>
                  <a:cubicBezTo>
                    <a:pt x="1195294" y="448182"/>
                    <a:pt x="1257145" y="477230"/>
                    <a:pt x="1319604" y="507301"/>
                  </a:cubicBezTo>
                  <a:cubicBezTo>
                    <a:pt x="1297904" y="550842"/>
                    <a:pt x="1275596" y="593342"/>
                    <a:pt x="1253289" y="635841"/>
                  </a:cubicBezTo>
                  <a:cubicBezTo>
                    <a:pt x="1189879" y="759868"/>
                    <a:pt x="1125447" y="884502"/>
                    <a:pt x="1062037" y="1008528"/>
                  </a:cubicBezTo>
                  <a:cubicBezTo>
                    <a:pt x="1055367" y="1020836"/>
                    <a:pt x="1048738" y="1026160"/>
                    <a:pt x="1034730" y="1026059"/>
                  </a:cubicBezTo>
                  <a:cubicBezTo>
                    <a:pt x="843498" y="1026038"/>
                    <a:pt x="651851" y="1027658"/>
                    <a:pt x="460205" y="1029277"/>
                  </a:cubicBezTo>
                  <a:cubicBezTo>
                    <a:pt x="456905" y="1028427"/>
                    <a:pt x="452584" y="1028204"/>
                    <a:pt x="448262" y="1027972"/>
                  </a:cubicBezTo>
                  <a:close/>
                </a:path>
              </a:pathLst>
            </a:custGeom>
            <a:grpFill/>
          </p:spPr>
          <p:txBody>
            <a:bodyPr lIns="127000" rIns="127000" rtlCol="0" anchor="ctr"/>
            <a:lstStyle/>
            <a:p>
              <a:pPr algn="l"/>
              <a:endParaRPr lang="en-US" sz="1100"/>
            </a:p>
          </p:txBody>
        </p:sp>
      </p:grpSp>
    </p:spTree>
    <p:extLst>
      <p:ext uri="{BB962C8B-B14F-4D97-AF65-F5344CB8AC3E}">
        <p14:creationId xmlns:p14="http://schemas.microsoft.com/office/powerpoint/2010/main" val="3696235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Freeform 1"/>
          <p:cNvSpPr/>
          <p:nvPr/>
        </p:nvSpPr>
        <p:spPr>
          <a:xfrm>
            <a:off x="-2374" y="388695"/>
            <a:ext cx="201721" cy="201721"/>
          </a:xfrm>
          <a:custGeom>
            <a:avLst/>
            <a:gdLst/>
            <a:ahLst/>
            <a:cxnLst/>
            <a:rect l="l" t="t" r="r" b="b"/>
            <a:pathLst>
              <a:path w="201721" h="201721">
                <a:moveTo>
                  <a:pt x="201720" y="201721"/>
                </a:moveTo>
                <a:lnTo>
                  <a:pt x="0" y="201721"/>
                </a:lnTo>
                <a:lnTo>
                  <a:pt x="0" y="0"/>
                </a:lnTo>
                <a:lnTo>
                  <a:pt x="201720" y="0"/>
                </a:lnTo>
                <a:lnTo>
                  <a:pt x="201720" y="201721"/>
                </a:lnTo>
                <a:close/>
              </a:path>
            </a:pathLst>
          </a:custGeom>
          <a:solidFill>
            <a:srgbClr val="F2B973"/>
          </a:solidFill>
        </p:spPr>
      </p:sp>
      <p:sp>
        <p:nvSpPr>
          <p:cNvPr id="178" name="Freeform 2"/>
          <p:cNvSpPr/>
          <p:nvPr/>
        </p:nvSpPr>
        <p:spPr>
          <a:xfrm>
            <a:off x="262167" y="390406"/>
            <a:ext cx="201721" cy="201721"/>
          </a:xfrm>
          <a:custGeom>
            <a:avLst/>
            <a:gdLst/>
            <a:ahLst/>
            <a:cxnLst/>
            <a:rect l="l" t="t" r="r" b="b"/>
            <a:pathLst>
              <a:path w="201721" h="201721">
                <a:moveTo>
                  <a:pt x="201720" y="201721"/>
                </a:moveTo>
                <a:lnTo>
                  <a:pt x="0" y="201721"/>
                </a:lnTo>
                <a:lnTo>
                  <a:pt x="0" y="0"/>
                </a:lnTo>
                <a:lnTo>
                  <a:pt x="201720" y="0"/>
                </a:lnTo>
                <a:lnTo>
                  <a:pt x="201720" y="201721"/>
                </a:lnTo>
                <a:close/>
              </a:path>
            </a:pathLst>
          </a:custGeom>
          <a:solidFill>
            <a:srgbClr val="EF5B43"/>
          </a:solidFill>
        </p:spPr>
      </p:sp>
      <p:sp>
        <p:nvSpPr>
          <p:cNvPr id="179" name="Freeform 3"/>
          <p:cNvSpPr/>
          <p:nvPr/>
        </p:nvSpPr>
        <p:spPr>
          <a:xfrm>
            <a:off x="526711" y="393865"/>
            <a:ext cx="201721" cy="201721"/>
          </a:xfrm>
          <a:custGeom>
            <a:avLst/>
            <a:gdLst/>
            <a:ahLst/>
            <a:cxnLst/>
            <a:rect l="l" t="t" r="r" b="b"/>
            <a:pathLst>
              <a:path w="201721" h="201721">
                <a:moveTo>
                  <a:pt x="201720" y="201721"/>
                </a:moveTo>
                <a:lnTo>
                  <a:pt x="0" y="201721"/>
                </a:lnTo>
                <a:lnTo>
                  <a:pt x="0" y="0"/>
                </a:lnTo>
                <a:lnTo>
                  <a:pt x="201720" y="0"/>
                </a:lnTo>
                <a:lnTo>
                  <a:pt x="201720" y="201721"/>
                </a:lnTo>
                <a:close/>
              </a:path>
            </a:pathLst>
          </a:custGeom>
          <a:solidFill>
            <a:srgbClr val="756271"/>
          </a:solidFill>
        </p:spPr>
      </p:sp>
      <p:sp>
        <p:nvSpPr>
          <p:cNvPr id="180" name="Freeform 4"/>
          <p:cNvSpPr/>
          <p:nvPr/>
        </p:nvSpPr>
        <p:spPr>
          <a:xfrm>
            <a:off x="790659" y="393551"/>
            <a:ext cx="201721" cy="201721"/>
          </a:xfrm>
          <a:custGeom>
            <a:avLst/>
            <a:gdLst/>
            <a:ahLst/>
            <a:cxnLst/>
            <a:rect l="l" t="t" r="r" b="b"/>
            <a:pathLst>
              <a:path w="201721" h="201721">
                <a:moveTo>
                  <a:pt x="201721" y="201721"/>
                </a:moveTo>
                <a:lnTo>
                  <a:pt x="0" y="201721"/>
                </a:lnTo>
                <a:lnTo>
                  <a:pt x="0" y="0"/>
                </a:lnTo>
                <a:lnTo>
                  <a:pt x="201721" y="0"/>
                </a:lnTo>
                <a:lnTo>
                  <a:pt x="201721" y="201721"/>
                </a:lnTo>
                <a:close/>
              </a:path>
            </a:pathLst>
          </a:custGeom>
          <a:solidFill>
            <a:srgbClr val="5ABB93"/>
          </a:solidFill>
        </p:spPr>
      </p:sp>
      <p:sp>
        <p:nvSpPr>
          <p:cNvPr id="181" name="TextBox 5"/>
          <p:cNvSpPr txBox="1"/>
          <p:nvPr/>
        </p:nvSpPr>
        <p:spPr>
          <a:xfrm>
            <a:off x="993026" y="313553"/>
            <a:ext cx="2635073" cy="400879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 latinLnBrk="1">
              <a:lnSpc>
                <a:spcPct val="116199"/>
              </a:lnSpc>
            </a:pPr>
            <a:r>
              <a:rPr lang="zh-CN" altLang="en-US" sz="2400" dirty="0">
                <a:solidFill>
                  <a:srgbClr val="756271"/>
                </a:solidFill>
                <a:latin typeface="Microsoft YaHei"/>
                <a:ea typeface="Microsoft YaHei"/>
              </a:rPr>
              <a:t>禅道</a:t>
            </a:r>
            <a:endParaRPr lang="en-US" sz="11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53EF998-9540-4B39-9041-DA1B7A7CD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9700" y="1117600"/>
            <a:ext cx="6837109" cy="4013328"/>
          </a:xfrm>
          <a:prstGeom prst="rect">
            <a:avLst/>
          </a:prstGeom>
        </p:spPr>
      </p:pic>
      <p:sp>
        <p:nvSpPr>
          <p:cNvPr id="3" name="流程图: 接点 2">
            <a:extLst>
              <a:ext uri="{FF2B5EF4-FFF2-40B4-BE49-F238E27FC236}">
                <a16:creationId xmlns:a16="http://schemas.microsoft.com/office/drawing/2014/main" id="{44E8644C-28F9-48F8-B565-944E0CCE9B73}"/>
              </a:ext>
            </a:extLst>
          </p:cNvPr>
          <p:cNvSpPr/>
          <p:nvPr/>
        </p:nvSpPr>
        <p:spPr>
          <a:xfrm>
            <a:off x="1206500" y="1270000"/>
            <a:ext cx="1195200" cy="1195003"/>
          </a:xfrm>
          <a:prstGeom prst="flowChartConnector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开发人员</a:t>
            </a:r>
          </a:p>
        </p:txBody>
      </p:sp>
      <p:sp>
        <p:nvSpPr>
          <p:cNvPr id="9" name="流程图: 接点 8">
            <a:extLst>
              <a:ext uri="{FF2B5EF4-FFF2-40B4-BE49-F238E27FC236}">
                <a16:creationId xmlns:a16="http://schemas.microsoft.com/office/drawing/2014/main" id="{E5F38AD1-629E-42A6-BFFA-D6321E0C7146}"/>
              </a:ext>
            </a:extLst>
          </p:cNvPr>
          <p:cNvSpPr/>
          <p:nvPr/>
        </p:nvSpPr>
        <p:spPr>
          <a:xfrm>
            <a:off x="1206500" y="3251200"/>
            <a:ext cx="1195200" cy="1195003"/>
          </a:xfrm>
          <a:prstGeom prst="flowChartConnector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测试人员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2824DD72-E451-467F-AA62-8700B2F87E48}"/>
              </a:ext>
            </a:extLst>
          </p:cNvPr>
          <p:cNvCxnSpPr>
            <a:stCxn id="3" idx="4"/>
            <a:endCxn id="9" idx="0"/>
          </p:cNvCxnSpPr>
          <p:nvPr/>
        </p:nvCxnSpPr>
        <p:spPr>
          <a:xfrm>
            <a:off x="1804100" y="2465003"/>
            <a:ext cx="0" cy="78619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C8B31EC5-7365-4228-90AD-294753A66593}"/>
              </a:ext>
            </a:extLst>
          </p:cNvPr>
          <p:cNvSpPr txBox="1"/>
          <p:nvPr/>
        </p:nvSpPr>
        <p:spPr>
          <a:xfrm>
            <a:off x="1968500" y="27178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1">
                    <a:lumMod val="50000"/>
                  </a:schemeClr>
                </a:solidFill>
              </a:rPr>
              <a:t>协同合作</a:t>
            </a:r>
          </a:p>
        </p:txBody>
      </p:sp>
    </p:spTree>
    <p:extLst>
      <p:ext uri="{BB962C8B-B14F-4D97-AF65-F5344CB8AC3E}">
        <p14:creationId xmlns:p14="http://schemas.microsoft.com/office/powerpoint/2010/main" val="427060367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" grpId="0" animBg="1"/>
      <p:bldP spid="178" grpId="0" animBg="1"/>
      <p:bldP spid="179" grpId="0" animBg="1"/>
      <p:bldP spid="180" grpId="0" animBg="1"/>
      <p:bldP spid="18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1"/>
          <p:cNvGrpSpPr/>
          <p:nvPr/>
        </p:nvGrpSpPr>
        <p:grpSpPr>
          <a:xfrm>
            <a:off x="2057390" y="1562080"/>
            <a:ext cx="7426522" cy="2858795"/>
            <a:chOff x="2057390" y="1562080"/>
            <a:chExt cx="7426522" cy="2858795"/>
          </a:xfrm>
          <a:solidFill>
            <a:srgbClr val="0070C0"/>
          </a:solidFill>
        </p:grpSpPr>
        <p:sp>
          <p:nvSpPr>
            <p:cNvPr id="40" name="Freeform 39"/>
            <p:cNvSpPr/>
            <p:nvPr/>
          </p:nvSpPr>
          <p:spPr>
            <a:xfrm>
              <a:off x="2946400" y="2298709"/>
              <a:ext cx="6168446" cy="2115916"/>
            </a:xfrm>
            <a:custGeom>
              <a:avLst/>
              <a:gdLst/>
              <a:ahLst/>
              <a:cxnLst/>
              <a:rect l="l" t="t" r="r" b="b"/>
              <a:pathLst>
                <a:path w="6168446" h="2115916">
                  <a:moveTo>
                    <a:pt x="6168446" y="2115916"/>
                  </a:moveTo>
                  <a:lnTo>
                    <a:pt x="0" y="2115916"/>
                  </a:lnTo>
                  <a:lnTo>
                    <a:pt x="0" y="0"/>
                  </a:lnTo>
                  <a:lnTo>
                    <a:pt x="6168446" y="0"/>
                  </a:lnTo>
                  <a:lnTo>
                    <a:pt x="6168446" y="2115916"/>
                  </a:lnTo>
                  <a:close/>
                  <a:moveTo>
                    <a:pt x="62760" y="2053119"/>
                  </a:moveTo>
                  <a:lnTo>
                    <a:pt x="6105686" y="2053119"/>
                  </a:lnTo>
                  <a:lnTo>
                    <a:pt x="6105686" y="62787"/>
                  </a:lnTo>
                  <a:lnTo>
                    <a:pt x="62760" y="62787"/>
                  </a:lnTo>
                  <a:lnTo>
                    <a:pt x="62760" y="2053119"/>
                  </a:lnTo>
                  <a:close/>
                </a:path>
              </a:pathLst>
            </a:custGeom>
            <a:grpFill/>
          </p:spPr>
          <p:txBody>
            <a:bodyPr lIns="127000" rIns="127000" rtlCol="0" anchor="ctr"/>
            <a:lstStyle/>
            <a:p>
              <a:pPr algn="l"/>
              <a:endParaRPr lang="en-US" sz="1100"/>
            </a:p>
          </p:txBody>
        </p:sp>
        <p:sp>
          <p:nvSpPr>
            <p:cNvPr id="41" name="Freeform 40"/>
            <p:cNvSpPr/>
            <p:nvPr/>
          </p:nvSpPr>
          <p:spPr>
            <a:xfrm>
              <a:off x="9283700" y="2298700"/>
              <a:ext cx="200212" cy="2122175"/>
            </a:xfrm>
            <a:custGeom>
              <a:avLst/>
              <a:gdLst/>
              <a:ahLst/>
              <a:cxnLst/>
              <a:rect l="l" t="t" r="r" b="b"/>
              <a:pathLst>
                <a:path w="200212" h="2122175">
                  <a:moveTo>
                    <a:pt x="200212" y="2122175"/>
                  </a:moveTo>
                  <a:lnTo>
                    <a:pt x="0" y="2122175"/>
                  </a:lnTo>
                  <a:lnTo>
                    <a:pt x="0" y="0"/>
                  </a:lnTo>
                  <a:lnTo>
                    <a:pt x="200212" y="0"/>
                  </a:lnTo>
                  <a:lnTo>
                    <a:pt x="200212" y="2122175"/>
                  </a:lnTo>
                  <a:close/>
                </a:path>
              </a:pathLst>
            </a:custGeom>
            <a:grpFill/>
          </p:spPr>
          <p:txBody>
            <a:bodyPr lIns="127000" rIns="127000" rtlCol="0" anchor="ctr"/>
            <a:lstStyle/>
            <a:p>
              <a:pPr algn="l"/>
              <a:endParaRPr lang="en-US" sz="110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932491" y="2862648"/>
              <a:ext cx="3692017" cy="1002134"/>
            </a:xfrm>
            <a:prstGeom prst="rect">
              <a:avLst/>
            </a:prstGeom>
            <a:noFill/>
          </p:spPr>
          <p:txBody>
            <a:bodyPr lIns="0" tIns="0" rIns="0" bIns="0" rtlCol="0" anchor="ctr">
              <a:spAutoFit/>
            </a:bodyPr>
            <a:lstStyle/>
            <a:p>
              <a:pPr algn="ctr" latinLnBrk="1">
                <a:lnSpc>
                  <a:spcPct val="116199"/>
                </a:lnSpc>
              </a:pPr>
              <a:r>
                <a:rPr lang="zh-CN" altLang="en-US" sz="6000" b="1" dirty="0">
                  <a:solidFill>
                    <a:srgbClr val="0070C0"/>
                  </a:solidFill>
                  <a:latin typeface="Microsoft YaHei"/>
                  <a:ea typeface="Microsoft YaHei"/>
                </a:rPr>
                <a:t>系统展示</a:t>
              </a:r>
              <a:endParaRPr lang="en-US" sz="1100" dirty="0">
                <a:solidFill>
                  <a:srgbClr val="0070C0"/>
                </a:solidFill>
              </a:endParaRPr>
            </a:p>
          </p:txBody>
        </p:sp>
        <p:sp>
          <p:nvSpPr>
            <p:cNvPr id="43" name="Freeform 42"/>
            <p:cNvSpPr/>
            <p:nvPr/>
          </p:nvSpPr>
          <p:spPr>
            <a:xfrm>
              <a:off x="2057390" y="1562080"/>
              <a:ext cx="1346162" cy="1801635"/>
            </a:xfrm>
            <a:custGeom>
              <a:avLst/>
              <a:gdLst/>
              <a:ahLst/>
              <a:cxnLst/>
              <a:rect l="l" t="t" r="r" b="b"/>
              <a:pathLst>
                <a:path w="1346162" h="1801635">
                  <a:moveTo>
                    <a:pt x="1305758" y="68551"/>
                  </a:moveTo>
                  <a:cubicBezTo>
                    <a:pt x="1168604" y="292040"/>
                    <a:pt x="1031450" y="515529"/>
                    <a:pt x="894287" y="739018"/>
                  </a:cubicBezTo>
                  <a:cubicBezTo>
                    <a:pt x="885552" y="752570"/>
                    <a:pt x="876433" y="760749"/>
                    <a:pt x="859318" y="762489"/>
                  </a:cubicBezTo>
                  <a:cubicBezTo>
                    <a:pt x="608148" y="790890"/>
                    <a:pt x="356968" y="819300"/>
                    <a:pt x="106405" y="848733"/>
                  </a:cubicBezTo>
                  <a:cubicBezTo>
                    <a:pt x="101041" y="849108"/>
                    <a:pt x="94644" y="850099"/>
                    <a:pt x="85565" y="851274"/>
                  </a:cubicBezTo>
                  <a:cubicBezTo>
                    <a:pt x="111891" y="895757"/>
                    <a:pt x="136364" y="937133"/>
                    <a:pt x="160847" y="978509"/>
                  </a:cubicBezTo>
                  <a:cubicBezTo>
                    <a:pt x="163297" y="982648"/>
                    <a:pt x="170918" y="983731"/>
                    <a:pt x="176272" y="983357"/>
                  </a:cubicBezTo>
                  <a:cubicBezTo>
                    <a:pt x="219348" y="983023"/>
                    <a:pt x="245978" y="1009156"/>
                    <a:pt x="243235" y="1054064"/>
                  </a:cubicBezTo>
                  <a:cubicBezTo>
                    <a:pt x="243619" y="1059429"/>
                    <a:pt x="244601" y="1065815"/>
                    <a:pt x="247050" y="1069965"/>
                  </a:cubicBezTo>
                  <a:cubicBezTo>
                    <a:pt x="320005" y="1172048"/>
                    <a:pt x="393384" y="1272472"/>
                    <a:pt x="466338" y="1374566"/>
                  </a:cubicBezTo>
                  <a:cubicBezTo>
                    <a:pt x="524991" y="1457166"/>
                    <a:pt x="585274" y="1540191"/>
                    <a:pt x="644534" y="1623854"/>
                  </a:cubicBezTo>
                  <a:cubicBezTo>
                    <a:pt x="660677" y="1646425"/>
                    <a:pt x="676213" y="1667963"/>
                    <a:pt x="694806" y="1694663"/>
                  </a:cubicBezTo>
                  <a:cubicBezTo>
                    <a:pt x="634827" y="1730128"/>
                    <a:pt x="575881" y="1764955"/>
                    <a:pt x="513838" y="1801635"/>
                  </a:cubicBezTo>
                  <a:cubicBezTo>
                    <a:pt x="502441" y="1777658"/>
                    <a:pt x="489820" y="1751605"/>
                    <a:pt x="477816" y="1726596"/>
                  </a:cubicBezTo>
                  <a:cubicBezTo>
                    <a:pt x="409204" y="1587033"/>
                    <a:pt x="342241" y="1447915"/>
                    <a:pt x="274671" y="1307745"/>
                  </a:cubicBezTo>
                  <a:cubicBezTo>
                    <a:pt x="242516" y="1241592"/>
                    <a:pt x="212000" y="1175854"/>
                    <a:pt x="179835" y="1109701"/>
                  </a:cubicBezTo>
                  <a:cubicBezTo>
                    <a:pt x="176778" y="1104519"/>
                    <a:pt x="170422" y="1098497"/>
                    <a:pt x="165908" y="1095582"/>
                  </a:cubicBezTo>
                  <a:cubicBezTo>
                    <a:pt x="128935" y="1075562"/>
                    <a:pt x="118844" y="1039631"/>
                    <a:pt x="141111" y="1004146"/>
                  </a:cubicBezTo>
                  <a:cubicBezTo>
                    <a:pt x="144026" y="999632"/>
                    <a:pt x="144491" y="990968"/>
                    <a:pt x="142042" y="986828"/>
                  </a:cubicBezTo>
                  <a:cubicBezTo>
                    <a:pt x="118176" y="946495"/>
                    <a:pt x="94725" y="904502"/>
                    <a:pt x="69827" y="864775"/>
                  </a:cubicBezTo>
                  <a:cubicBezTo>
                    <a:pt x="66770" y="859603"/>
                    <a:pt x="57317" y="855413"/>
                    <a:pt x="51335" y="854755"/>
                  </a:cubicBezTo>
                  <a:cubicBezTo>
                    <a:pt x="35262" y="855889"/>
                    <a:pt x="18755" y="858662"/>
                    <a:pt x="0" y="859978"/>
                  </a:cubicBezTo>
                  <a:cubicBezTo>
                    <a:pt x="3330" y="853814"/>
                    <a:pt x="5627" y="848268"/>
                    <a:pt x="8542" y="843753"/>
                  </a:cubicBezTo>
                  <a:cubicBezTo>
                    <a:pt x="142639" y="615093"/>
                    <a:pt x="277161" y="384782"/>
                    <a:pt x="411258" y="156121"/>
                  </a:cubicBezTo>
                  <a:cubicBezTo>
                    <a:pt x="427078" y="128621"/>
                    <a:pt x="443525" y="102144"/>
                    <a:pt x="457705" y="74219"/>
                  </a:cubicBezTo>
                  <a:cubicBezTo>
                    <a:pt x="464992" y="62924"/>
                    <a:pt x="472836" y="59685"/>
                    <a:pt x="484587" y="58319"/>
                  </a:cubicBezTo>
                  <a:cubicBezTo>
                    <a:pt x="725383" y="43036"/>
                    <a:pt x="964964" y="25678"/>
                    <a:pt x="1205142" y="9362"/>
                  </a:cubicBezTo>
                  <a:cubicBezTo>
                    <a:pt x="1251315" y="7196"/>
                    <a:pt x="1297914" y="3380"/>
                    <a:pt x="1346162" y="0"/>
                  </a:cubicBezTo>
                  <a:cubicBezTo>
                    <a:pt x="1331790" y="25252"/>
                    <a:pt x="1318257" y="47206"/>
                    <a:pt x="1305758" y="68551"/>
                  </a:cubicBezTo>
                  <a:close/>
                  <a:moveTo>
                    <a:pt x="448262" y="1027972"/>
                  </a:moveTo>
                  <a:cubicBezTo>
                    <a:pt x="452310" y="971130"/>
                    <a:pt x="455954" y="915929"/>
                    <a:pt x="458555" y="861354"/>
                  </a:cubicBezTo>
                  <a:cubicBezTo>
                    <a:pt x="459861" y="849421"/>
                    <a:pt x="465650" y="847397"/>
                    <a:pt x="474719" y="846213"/>
                  </a:cubicBezTo>
                  <a:cubicBezTo>
                    <a:pt x="546894" y="838450"/>
                    <a:pt x="618451" y="829654"/>
                    <a:pt x="691041" y="820242"/>
                  </a:cubicBezTo>
                  <a:cubicBezTo>
                    <a:pt x="757852" y="812853"/>
                    <a:pt x="825685" y="804857"/>
                    <a:pt x="893538" y="796851"/>
                  </a:cubicBezTo>
                  <a:cubicBezTo>
                    <a:pt x="898902" y="796477"/>
                    <a:pt x="905947" y="789513"/>
                    <a:pt x="909286" y="783359"/>
                  </a:cubicBezTo>
                  <a:cubicBezTo>
                    <a:pt x="978385" y="671316"/>
                    <a:pt x="1046450" y="559891"/>
                    <a:pt x="1114941" y="446826"/>
                  </a:cubicBezTo>
                  <a:cubicBezTo>
                    <a:pt x="1120771" y="437797"/>
                    <a:pt x="1126591" y="428769"/>
                    <a:pt x="1132835" y="418101"/>
                  </a:cubicBezTo>
                  <a:cubicBezTo>
                    <a:pt x="1195294" y="448182"/>
                    <a:pt x="1257145" y="477230"/>
                    <a:pt x="1319604" y="507301"/>
                  </a:cubicBezTo>
                  <a:cubicBezTo>
                    <a:pt x="1297904" y="550842"/>
                    <a:pt x="1275596" y="593342"/>
                    <a:pt x="1253289" y="635841"/>
                  </a:cubicBezTo>
                  <a:cubicBezTo>
                    <a:pt x="1189879" y="759868"/>
                    <a:pt x="1125447" y="884502"/>
                    <a:pt x="1062037" y="1008528"/>
                  </a:cubicBezTo>
                  <a:cubicBezTo>
                    <a:pt x="1055367" y="1020836"/>
                    <a:pt x="1048738" y="1026160"/>
                    <a:pt x="1034730" y="1026059"/>
                  </a:cubicBezTo>
                  <a:cubicBezTo>
                    <a:pt x="843498" y="1026038"/>
                    <a:pt x="651851" y="1027658"/>
                    <a:pt x="460205" y="1029277"/>
                  </a:cubicBezTo>
                  <a:cubicBezTo>
                    <a:pt x="456905" y="1028427"/>
                    <a:pt x="452584" y="1028204"/>
                    <a:pt x="448262" y="1027972"/>
                  </a:cubicBezTo>
                  <a:close/>
                </a:path>
              </a:pathLst>
            </a:custGeom>
            <a:grpFill/>
          </p:spPr>
          <p:txBody>
            <a:bodyPr lIns="127000" rIns="127000" rtlCol="0" anchor="ctr"/>
            <a:lstStyle/>
            <a:p>
              <a:pPr algn="l"/>
              <a:endParaRPr lang="en-US" sz="1100"/>
            </a:p>
          </p:txBody>
        </p:sp>
      </p:grpSp>
    </p:spTree>
    <p:extLst>
      <p:ext uri="{BB962C8B-B14F-4D97-AF65-F5344CB8AC3E}">
        <p14:creationId xmlns:p14="http://schemas.microsoft.com/office/powerpoint/2010/main" val="4279170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Freeform 1"/>
          <p:cNvSpPr/>
          <p:nvPr/>
        </p:nvSpPr>
        <p:spPr>
          <a:xfrm>
            <a:off x="-2374" y="388695"/>
            <a:ext cx="201721" cy="201721"/>
          </a:xfrm>
          <a:custGeom>
            <a:avLst/>
            <a:gdLst/>
            <a:ahLst/>
            <a:cxnLst/>
            <a:rect l="l" t="t" r="r" b="b"/>
            <a:pathLst>
              <a:path w="201721" h="201721">
                <a:moveTo>
                  <a:pt x="201720" y="201721"/>
                </a:moveTo>
                <a:lnTo>
                  <a:pt x="0" y="201721"/>
                </a:lnTo>
                <a:lnTo>
                  <a:pt x="0" y="0"/>
                </a:lnTo>
                <a:lnTo>
                  <a:pt x="201720" y="0"/>
                </a:lnTo>
                <a:lnTo>
                  <a:pt x="201720" y="201721"/>
                </a:lnTo>
                <a:close/>
              </a:path>
            </a:pathLst>
          </a:custGeom>
          <a:solidFill>
            <a:srgbClr val="F2B973"/>
          </a:solidFill>
        </p:spPr>
      </p:sp>
      <p:sp>
        <p:nvSpPr>
          <p:cNvPr id="178" name="Freeform 2"/>
          <p:cNvSpPr/>
          <p:nvPr/>
        </p:nvSpPr>
        <p:spPr>
          <a:xfrm>
            <a:off x="262167" y="390406"/>
            <a:ext cx="201721" cy="201721"/>
          </a:xfrm>
          <a:custGeom>
            <a:avLst/>
            <a:gdLst/>
            <a:ahLst/>
            <a:cxnLst/>
            <a:rect l="l" t="t" r="r" b="b"/>
            <a:pathLst>
              <a:path w="201721" h="201721">
                <a:moveTo>
                  <a:pt x="201720" y="201721"/>
                </a:moveTo>
                <a:lnTo>
                  <a:pt x="0" y="201721"/>
                </a:lnTo>
                <a:lnTo>
                  <a:pt x="0" y="0"/>
                </a:lnTo>
                <a:lnTo>
                  <a:pt x="201720" y="0"/>
                </a:lnTo>
                <a:lnTo>
                  <a:pt x="201720" y="201721"/>
                </a:lnTo>
                <a:close/>
              </a:path>
            </a:pathLst>
          </a:custGeom>
          <a:solidFill>
            <a:srgbClr val="EF5B43"/>
          </a:solidFill>
        </p:spPr>
      </p:sp>
      <p:sp>
        <p:nvSpPr>
          <p:cNvPr id="179" name="Freeform 3"/>
          <p:cNvSpPr/>
          <p:nvPr/>
        </p:nvSpPr>
        <p:spPr>
          <a:xfrm>
            <a:off x="526711" y="393865"/>
            <a:ext cx="201721" cy="201721"/>
          </a:xfrm>
          <a:custGeom>
            <a:avLst/>
            <a:gdLst/>
            <a:ahLst/>
            <a:cxnLst/>
            <a:rect l="l" t="t" r="r" b="b"/>
            <a:pathLst>
              <a:path w="201721" h="201721">
                <a:moveTo>
                  <a:pt x="201720" y="201721"/>
                </a:moveTo>
                <a:lnTo>
                  <a:pt x="0" y="201721"/>
                </a:lnTo>
                <a:lnTo>
                  <a:pt x="0" y="0"/>
                </a:lnTo>
                <a:lnTo>
                  <a:pt x="201720" y="0"/>
                </a:lnTo>
                <a:lnTo>
                  <a:pt x="201720" y="201721"/>
                </a:lnTo>
                <a:close/>
              </a:path>
            </a:pathLst>
          </a:custGeom>
          <a:solidFill>
            <a:srgbClr val="756271"/>
          </a:solidFill>
        </p:spPr>
      </p:sp>
      <p:sp>
        <p:nvSpPr>
          <p:cNvPr id="180" name="Freeform 4"/>
          <p:cNvSpPr/>
          <p:nvPr/>
        </p:nvSpPr>
        <p:spPr>
          <a:xfrm>
            <a:off x="790659" y="393551"/>
            <a:ext cx="201721" cy="201721"/>
          </a:xfrm>
          <a:custGeom>
            <a:avLst/>
            <a:gdLst/>
            <a:ahLst/>
            <a:cxnLst/>
            <a:rect l="l" t="t" r="r" b="b"/>
            <a:pathLst>
              <a:path w="201721" h="201721">
                <a:moveTo>
                  <a:pt x="201721" y="201721"/>
                </a:moveTo>
                <a:lnTo>
                  <a:pt x="0" y="201721"/>
                </a:lnTo>
                <a:lnTo>
                  <a:pt x="0" y="0"/>
                </a:lnTo>
                <a:lnTo>
                  <a:pt x="201721" y="0"/>
                </a:lnTo>
                <a:lnTo>
                  <a:pt x="201721" y="201721"/>
                </a:lnTo>
                <a:close/>
              </a:path>
            </a:pathLst>
          </a:custGeom>
          <a:solidFill>
            <a:srgbClr val="5ABB93"/>
          </a:solidFill>
        </p:spPr>
      </p:sp>
      <p:sp>
        <p:nvSpPr>
          <p:cNvPr id="181" name="TextBox 5"/>
          <p:cNvSpPr txBox="1"/>
          <p:nvPr/>
        </p:nvSpPr>
        <p:spPr>
          <a:xfrm>
            <a:off x="993026" y="313553"/>
            <a:ext cx="2635073" cy="400879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 latinLnBrk="1">
              <a:lnSpc>
                <a:spcPct val="116199"/>
              </a:lnSpc>
            </a:pPr>
            <a:r>
              <a:rPr lang="zh-CN" altLang="en-US" sz="2400" dirty="0">
                <a:solidFill>
                  <a:srgbClr val="756271"/>
                </a:solidFill>
                <a:latin typeface="Microsoft YaHei"/>
                <a:ea typeface="Microsoft YaHei"/>
              </a:rPr>
              <a:t>申报人员主页</a:t>
            </a:r>
            <a:endParaRPr lang="en-US" sz="11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755F469-C6CA-4B07-A793-E068E25EC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160" y="1346200"/>
            <a:ext cx="8132875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53963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" grpId="0" animBg="1"/>
      <p:bldP spid="178" grpId="0" animBg="1"/>
      <p:bldP spid="179" grpId="0" animBg="1"/>
      <p:bldP spid="180" grpId="0" animBg="1"/>
      <p:bldP spid="18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Freeform 1"/>
          <p:cNvSpPr/>
          <p:nvPr/>
        </p:nvSpPr>
        <p:spPr>
          <a:xfrm>
            <a:off x="-2374" y="388695"/>
            <a:ext cx="201721" cy="201721"/>
          </a:xfrm>
          <a:custGeom>
            <a:avLst/>
            <a:gdLst/>
            <a:ahLst/>
            <a:cxnLst/>
            <a:rect l="l" t="t" r="r" b="b"/>
            <a:pathLst>
              <a:path w="201721" h="201721">
                <a:moveTo>
                  <a:pt x="201720" y="201721"/>
                </a:moveTo>
                <a:lnTo>
                  <a:pt x="0" y="201721"/>
                </a:lnTo>
                <a:lnTo>
                  <a:pt x="0" y="0"/>
                </a:lnTo>
                <a:lnTo>
                  <a:pt x="201720" y="0"/>
                </a:lnTo>
                <a:lnTo>
                  <a:pt x="201720" y="201721"/>
                </a:lnTo>
                <a:close/>
              </a:path>
            </a:pathLst>
          </a:custGeom>
          <a:solidFill>
            <a:srgbClr val="F2B973"/>
          </a:solidFill>
        </p:spPr>
      </p:sp>
      <p:sp>
        <p:nvSpPr>
          <p:cNvPr id="178" name="Freeform 2"/>
          <p:cNvSpPr/>
          <p:nvPr/>
        </p:nvSpPr>
        <p:spPr>
          <a:xfrm>
            <a:off x="262167" y="390406"/>
            <a:ext cx="201721" cy="201721"/>
          </a:xfrm>
          <a:custGeom>
            <a:avLst/>
            <a:gdLst/>
            <a:ahLst/>
            <a:cxnLst/>
            <a:rect l="l" t="t" r="r" b="b"/>
            <a:pathLst>
              <a:path w="201721" h="201721">
                <a:moveTo>
                  <a:pt x="201720" y="201721"/>
                </a:moveTo>
                <a:lnTo>
                  <a:pt x="0" y="201721"/>
                </a:lnTo>
                <a:lnTo>
                  <a:pt x="0" y="0"/>
                </a:lnTo>
                <a:lnTo>
                  <a:pt x="201720" y="0"/>
                </a:lnTo>
                <a:lnTo>
                  <a:pt x="201720" y="201721"/>
                </a:lnTo>
                <a:close/>
              </a:path>
            </a:pathLst>
          </a:custGeom>
          <a:solidFill>
            <a:srgbClr val="EF5B43"/>
          </a:solidFill>
        </p:spPr>
      </p:sp>
      <p:sp>
        <p:nvSpPr>
          <p:cNvPr id="179" name="Freeform 3"/>
          <p:cNvSpPr/>
          <p:nvPr/>
        </p:nvSpPr>
        <p:spPr>
          <a:xfrm>
            <a:off x="526711" y="393865"/>
            <a:ext cx="201721" cy="201721"/>
          </a:xfrm>
          <a:custGeom>
            <a:avLst/>
            <a:gdLst/>
            <a:ahLst/>
            <a:cxnLst/>
            <a:rect l="l" t="t" r="r" b="b"/>
            <a:pathLst>
              <a:path w="201721" h="201721">
                <a:moveTo>
                  <a:pt x="201720" y="201721"/>
                </a:moveTo>
                <a:lnTo>
                  <a:pt x="0" y="201721"/>
                </a:lnTo>
                <a:lnTo>
                  <a:pt x="0" y="0"/>
                </a:lnTo>
                <a:lnTo>
                  <a:pt x="201720" y="0"/>
                </a:lnTo>
                <a:lnTo>
                  <a:pt x="201720" y="201721"/>
                </a:lnTo>
                <a:close/>
              </a:path>
            </a:pathLst>
          </a:custGeom>
          <a:solidFill>
            <a:srgbClr val="756271"/>
          </a:solidFill>
        </p:spPr>
      </p:sp>
      <p:sp>
        <p:nvSpPr>
          <p:cNvPr id="180" name="Freeform 4"/>
          <p:cNvSpPr/>
          <p:nvPr/>
        </p:nvSpPr>
        <p:spPr>
          <a:xfrm>
            <a:off x="790659" y="393551"/>
            <a:ext cx="201721" cy="201721"/>
          </a:xfrm>
          <a:custGeom>
            <a:avLst/>
            <a:gdLst/>
            <a:ahLst/>
            <a:cxnLst/>
            <a:rect l="l" t="t" r="r" b="b"/>
            <a:pathLst>
              <a:path w="201721" h="201721">
                <a:moveTo>
                  <a:pt x="201721" y="201721"/>
                </a:moveTo>
                <a:lnTo>
                  <a:pt x="0" y="201721"/>
                </a:lnTo>
                <a:lnTo>
                  <a:pt x="0" y="0"/>
                </a:lnTo>
                <a:lnTo>
                  <a:pt x="201721" y="0"/>
                </a:lnTo>
                <a:lnTo>
                  <a:pt x="201721" y="201721"/>
                </a:lnTo>
                <a:close/>
              </a:path>
            </a:pathLst>
          </a:custGeom>
          <a:solidFill>
            <a:srgbClr val="5ABB93"/>
          </a:solidFill>
        </p:spPr>
      </p:sp>
      <p:sp>
        <p:nvSpPr>
          <p:cNvPr id="181" name="TextBox 5"/>
          <p:cNvSpPr txBox="1"/>
          <p:nvPr/>
        </p:nvSpPr>
        <p:spPr>
          <a:xfrm>
            <a:off x="993026" y="313553"/>
            <a:ext cx="2635073" cy="400879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 latinLnBrk="1">
              <a:lnSpc>
                <a:spcPct val="116199"/>
              </a:lnSpc>
            </a:pPr>
            <a:r>
              <a:rPr lang="zh-CN" altLang="en-US" sz="2400" dirty="0">
                <a:solidFill>
                  <a:srgbClr val="756271"/>
                </a:solidFill>
                <a:latin typeface="Microsoft YaHei"/>
                <a:ea typeface="Microsoft YaHei"/>
              </a:rPr>
              <a:t>职称申报页面</a:t>
            </a:r>
            <a:endParaRPr lang="en-US" sz="11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7D81520-05CD-4189-A4DA-6AD72885B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659" y="1150596"/>
            <a:ext cx="8437980" cy="4201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15036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" grpId="0" animBg="1"/>
      <p:bldP spid="178" grpId="0" animBg="1"/>
      <p:bldP spid="179" grpId="0" animBg="1"/>
      <p:bldP spid="180" grpId="0" animBg="1"/>
      <p:bldP spid="18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Freeform 1"/>
          <p:cNvSpPr/>
          <p:nvPr/>
        </p:nvSpPr>
        <p:spPr>
          <a:xfrm>
            <a:off x="-2374" y="388695"/>
            <a:ext cx="201721" cy="201721"/>
          </a:xfrm>
          <a:custGeom>
            <a:avLst/>
            <a:gdLst/>
            <a:ahLst/>
            <a:cxnLst/>
            <a:rect l="l" t="t" r="r" b="b"/>
            <a:pathLst>
              <a:path w="201721" h="201721">
                <a:moveTo>
                  <a:pt x="201720" y="201721"/>
                </a:moveTo>
                <a:lnTo>
                  <a:pt x="0" y="201721"/>
                </a:lnTo>
                <a:lnTo>
                  <a:pt x="0" y="0"/>
                </a:lnTo>
                <a:lnTo>
                  <a:pt x="201720" y="0"/>
                </a:lnTo>
                <a:lnTo>
                  <a:pt x="201720" y="201721"/>
                </a:lnTo>
                <a:close/>
              </a:path>
            </a:pathLst>
          </a:custGeom>
          <a:solidFill>
            <a:srgbClr val="F2B973"/>
          </a:solidFill>
        </p:spPr>
      </p:sp>
      <p:sp>
        <p:nvSpPr>
          <p:cNvPr id="178" name="Freeform 2"/>
          <p:cNvSpPr/>
          <p:nvPr/>
        </p:nvSpPr>
        <p:spPr>
          <a:xfrm>
            <a:off x="262167" y="390406"/>
            <a:ext cx="201721" cy="201721"/>
          </a:xfrm>
          <a:custGeom>
            <a:avLst/>
            <a:gdLst/>
            <a:ahLst/>
            <a:cxnLst/>
            <a:rect l="l" t="t" r="r" b="b"/>
            <a:pathLst>
              <a:path w="201721" h="201721">
                <a:moveTo>
                  <a:pt x="201720" y="201721"/>
                </a:moveTo>
                <a:lnTo>
                  <a:pt x="0" y="201721"/>
                </a:lnTo>
                <a:lnTo>
                  <a:pt x="0" y="0"/>
                </a:lnTo>
                <a:lnTo>
                  <a:pt x="201720" y="0"/>
                </a:lnTo>
                <a:lnTo>
                  <a:pt x="201720" y="201721"/>
                </a:lnTo>
                <a:close/>
              </a:path>
            </a:pathLst>
          </a:custGeom>
          <a:solidFill>
            <a:srgbClr val="EF5B43"/>
          </a:solidFill>
        </p:spPr>
      </p:sp>
      <p:sp>
        <p:nvSpPr>
          <p:cNvPr id="179" name="Freeform 3"/>
          <p:cNvSpPr/>
          <p:nvPr/>
        </p:nvSpPr>
        <p:spPr>
          <a:xfrm>
            <a:off x="526711" y="393865"/>
            <a:ext cx="201721" cy="201721"/>
          </a:xfrm>
          <a:custGeom>
            <a:avLst/>
            <a:gdLst/>
            <a:ahLst/>
            <a:cxnLst/>
            <a:rect l="l" t="t" r="r" b="b"/>
            <a:pathLst>
              <a:path w="201721" h="201721">
                <a:moveTo>
                  <a:pt x="201720" y="201721"/>
                </a:moveTo>
                <a:lnTo>
                  <a:pt x="0" y="201721"/>
                </a:lnTo>
                <a:lnTo>
                  <a:pt x="0" y="0"/>
                </a:lnTo>
                <a:lnTo>
                  <a:pt x="201720" y="0"/>
                </a:lnTo>
                <a:lnTo>
                  <a:pt x="201720" y="201721"/>
                </a:lnTo>
                <a:close/>
              </a:path>
            </a:pathLst>
          </a:custGeom>
          <a:solidFill>
            <a:srgbClr val="756271"/>
          </a:solidFill>
        </p:spPr>
      </p:sp>
      <p:sp>
        <p:nvSpPr>
          <p:cNvPr id="180" name="Freeform 4"/>
          <p:cNvSpPr/>
          <p:nvPr/>
        </p:nvSpPr>
        <p:spPr>
          <a:xfrm>
            <a:off x="790659" y="393551"/>
            <a:ext cx="201721" cy="201721"/>
          </a:xfrm>
          <a:custGeom>
            <a:avLst/>
            <a:gdLst/>
            <a:ahLst/>
            <a:cxnLst/>
            <a:rect l="l" t="t" r="r" b="b"/>
            <a:pathLst>
              <a:path w="201721" h="201721">
                <a:moveTo>
                  <a:pt x="201721" y="201721"/>
                </a:moveTo>
                <a:lnTo>
                  <a:pt x="0" y="201721"/>
                </a:lnTo>
                <a:lnTo>
                  <a:pt x="0" y="0"/>
                </a:lnTo>
                <a:lnTo>
                  <a:pt x="201721" y="0"/>
                </a:lnTo>
                <a:lnTo>
                  <a:pt x="201721" y="201721"/>
                </a:lnTo>
                <a:close/>
              </a:path>
            </a:pathLst>
          </a:custGeom>
          <a:solidFill>
            <a:srgbClr val="5ABB93"/>
          </a:solidFill>
        </p:spPr>
      </p:sp>
      <p:sp>
        <p:nvSpPr>
          <p:cNvPr id="181" name="TextBox 5"/>
          <p:cNvSpPr txBox="1"/>
          <p:nvPr/>
        </p:nvSpPr>
        <p:spPr>
          <a:xfrm>
            <a:off x="993026" y="313553"/>
            <a:ext cx="2635073" cy="400879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 latinLnBrk="1">
              <a:lnSpc>
                <a:spcPct val="116199"/>
              </a:lnSpc>
            </a:pPr>
            <a:r>
              <a:rPr lang="zh-CN" altLang="en-US" sz="2400" dirty="0">
                <a:solidFill>
                  <a:srgbClr val="756271"/>
                </a:solidFill>
                <a:latin typeface="Microsoft YaHei"/>
                <a:ea typeface="Microsoft YaHei"/>
              </a:rPr>
              <a:t>一审人员主页</a:t>
            </a:r>
            <a:endParaRPr lang="en-US" sz="11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7F9F7B1-0CD6-490D-980C-0C6517833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432" y="1879599"/>
            <a:ext cx="8402868" cy="417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67401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" grpId="0" animBg="1"/>
      <p:bldP spid="178" grpId="0" animBg="1"/>
      <p:bldP spid="179" grpId="0" animBg="1"/>
      <p:bldP spid="180" grpId="0" animBg="1"/>
      <p:bldP spid="18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Freeform 1"/>
          <p:cNvSpPr/>
          <p:nvPr/>
        </p:nvSpPr>
        <p:spPr>
          <a:xfrm>
            <a:off x="-7935" y="-11230"/>
            <a:ext cx="1170168" cy="6520543"/>
          </a:xfrm>
          <a:custGeom>
            <a:avLst/>
            <a:gdLst/>
            <a:ahLst/>
            <a:cxnLst/>
            <a:rect l="l" t="t" r="r" b="b"/>
            <a:pathLst>
              <a:path w="1170168" h="6520543">
                <a:moveTo>
                  <a:pt x="1170168" y="6520544"/>
                </a:moveTo>
                <a:lnTo>
                  <a:pt x="0" y="6520544"/>
                </a:lnTo>
                <a:lnTo>
                  <a:pt x="0" y="0"/>
                </a:lnTo>
                <a:lnTo>
                  <a:pt x="1170168" y="0"/>
                </a:lnTo>
                <a:lnTo>
                  <a:pt x="1170168" y="6520544"/>
                </a:lnTo>
                <a:close/>
              </a:path>
            </a:pathLst>
          </a:custGeom>
          <a:solidFill>
            <a:srgbClr val="5ABB93"/>
          </a:solidFill>
        </p:spPr>
      </p:sp>
      <p:sp>
        <p:nvSpPr>
          <p:cNvPr id="213" name="Freeform 2"/>
          <p:cNvSpPr/>
          <p:nvPr/>
        </p:nvSpPr>
        <p:spPr>
          <a:xfrm>
            <a:off x="1151864" y="-11283"/>
            <a:ext cx="1170168" cy="6520543"/>
          </a:xfrm>
          <a:custGeom>
            <a:avLst/>
            <a:gdLst/>
            <a:ahLst/>
            <a:cxnLst/>
            <a:rect l="l" t="t" r="r" b="b"/>
            <a:pathLst>
              <a:path w="1170168" h="6520543">
                <a:moveTo>
                  <a:pt x="1170168" y="6520543"/>
                </a:moveTo>
                <a:lnTo>
                  <a:pt x="0" y="6520543"/>
                </a:lnTo>
                <a:lnTo>
                  <a:pt x="0" y="0"/>
                </a:lnTo>
                <a:lnTo>
                  <a:pt x="1170168" y="0"/>
                </a:lnTo>
                <a:lnTo>
                  <a:pt x="1170168" y="6520543"/>
                </a:lnTo>
                <a:close/>
              </a:path>
            </a:pathLst>
          </a:custGeom>
          <a:solidFill>
            <a:srgbClr val="756271"/>
          </a:solidFill>
        </p:spPr>
      </p:sp>
      <p:sp>
        <p:nvSpPr>
          <p:cNvPr id="214" name="Freeform 3"/>
          <p:cNvSpPr/>
          <p:nvPr/>
        </p:nvSpPr>
        <p:spPr>
          <a:xfrm>
            <a:off x="2313202" y="-11409"/>
            <a:ext cx="1170168" cy="6520543"/>
          </a:xfrm>
          <a:custGeom>
            <a:avLst/>
            <a:gdLst/>
            <a:ahLst/>
            <a:cxnLst/>
            <a:rect l="l" t="t" r="r" b="b"/>
            <a:pathLst>
              <a:path w="1170168" h="6520543">
                <a:moveTo>
                  <a:pt x="1170168" y="6520543"/>
                </a:moveTo>
                <a:lnTo>
                  <a:pt x="0" y="6520543"/>
                </a:lnTo>
                <a:lnTo>
                  <a:pt x="0" y="0"/>
                </a:lnTo>
                <a:lnTo>
                  <a:pt x="1170168" y="0"/>
                </a:lnTo>
                <a:lnTo>
                  <a:pt x="1170168" y="6520543"/>
                </a:lnTo>
                <a:close/>
              </a:path>
            </a:pathLst>
          </a:custGeom>
          <a:solidFill>
            <a:srgbClr val="EF5B43"/>
          </a:solidFill>
        </p:spPr>
      </p:sp>
      <p:sp>
        <p:nvSpPr>
          <p:cNvPr id="215" name="Freeform 4"/>
          <p:cNvSpPr/>
          <p:nvPr/>
        </p:nvSpPr>
        <p:spPr>
          <a:xfrm>
            <a:off x="3477590" y="-9246"/>
            <a:ext cx="1170168" cy="6520543"/>
          </a:xfrm>
          <a:custGeom>
            <a:avLst/>
            <a:gdLst/>
            <a:ahLst/>
            <a:cxnLst/>
            <a:rect l="l" t="t" r="r" b="b"/>
            <a:pathLst>
              <a:path w="1170168" h="6520543">
                <a:moveTo>
                  <a:pt x="1170168" y="6520543"/>
                </a:moveTo>
                <a:lnTo>
                  <a:pt x="0" y="6520543"/>
                </a:lnTo>
                <a:lnTo>
                  <a:pt x="0" y="0"/>
                </a:lnTo>
                <a:lnTo>
                  <a:pt x="1170168" y="0"/>
                </a:lnTo>
                <a:lnTo>
                  <a:pt x="1170168" y="6520543"/>
                </a:lnTo>
                <a:close/>
              </a:path>
            </a:pathLst>
          </a:custGeom>
          <a:solidFill>
            <a:srgbClr val="F2B973"/>
          </a:solidFill>
        </p:spPr>
      </p:sp>
      <p:sp>
        <p:nvSpPr>
          <p:cNvPr id="216" name="Freeform 5"/>
          <p:cNvSpPr/>
          <p:nvPr/>
        </p:nvSpPr>
        <p:spPr>
          <a:xfrm>
            <a:off x="2133669" y="1946572"/>
            <a:ext cx="2611895" cy="2611895"/>
          </a:xfrm>
          <a:custGeom>
            <a:avLst/>
            <a:gdLst/>
            <a:ahLst/>
            <a:cxnLst/>
            <a:rect l="l" t="t" r="r" b="b"/>
            <a:pathLst>
              <a:path w="2611895" h="2611895">
                <a:moveTo>
                  <a:pt x="2611894" y="1305947"/>
                </a:moveTo>
                <a:cubicBezTo>
                  <a:pt x="2611894" y="2027209"/>
                  <a:pt x="2027209" y="2611894"/>
                  <a:pt x="1305947" y="2611894"/>
                </a:cubicBezTo>
                <a:cubicBezTo>
                  <a:pt x="584685" y="2611894"/>
                  <a:pt x="0" y="2027209"/>
                  <a:pt x="0" y="1305947"/>
                </a:cubicBezTo>
                <a:cubicBezTo>
                  <a:pt x="0" y="584686"/>
                  <a:pt x="584685" y="0"/>
                  <a:pt x="1305947" y="0"/>
                </a:cubicBezTo>
                <a:cubicBezTo>
                  <a:pt x="2027209" y="0"/>
                  <a:pt x="2611894" y="584686"/>
                  <a:pt x="2611894" y="1305947"/>
                </a:cubicBezTo>
                <a:close/>
              </a:path>
            </a:pathLst>
          </a:custGeom>
          <a:solidFill>
            <a:srgbClr val="EBEAE2"/>
          </a:solidFill>
        </p:spPr>
      </p:sp>
      <p:sp>
        <p:nvSpPr>
          <p:cNvPr id="217" name="Freeform 6"/>
          <p:cNvSpPr/>
          <p:nvPr/>
        </p:nvSpPr>
        <p:spPr>
          <a:xfrm>
            <a:off x="2850482" y="2612948"/>
            <a:ext cx="1103075" cy="1476296"/>
          </a:xfrm>
          <a:custGeom>
            <a:avLst/>
            <a:gdLst/>
            <a:ahLst/>
            <a:cxnLst/>
            <a:rect l="l" t="t" r="r" b="b"/>
            <a:pathLst>
              <a:path w="1103075" h="1476296">
                <a:moveTo>
                  <a:pt x="1069966" y="56172"/>
                </a:moveTo>
                <a:cubicBezTo>
                  <a:pt x="957580" y="239303"/>
                  <a:pt x="845193" y="422435"/>
                  <a:pt x="732798" y="605566"/>
                </a:cubicBezTo>
                <a:cubicBezTo>
                  <a:pt x="725641" y="616671"/>
                  <a:pt x="718168" y="623372"/>
                  <a:pt x="704144" y="624799"/>
                </a:cubicBezTo>
                <a:cubicBezTo>
                  <a:pt x="498330" y="648071"/>
                  <a:pt x="292507" y="671351"/>
                  <a:pt x="87191" y="695469"/>
                </a:cubicBezTo>
                <a:cubicBezTo>
                  <a:pt x="82795" y="695776"/>
                  <a:pt x="77553" y="696588"/>
                  <a:pt x="70114" y="697551"/>
                </a:cubicBezTo>
                <a:cubicBezTo>
                  <a:pt x="91686" y="734001"/>
                  <a:pt x="111740" y="767905"/>
                  <a:pt x="131802" y="801810"/>
                </a:cubicBezTo>
                <a:cubicBezTo>
                  <a:pt x="133809" y="805202"/>
                  <a:pt x="140054" y="806089"/>
                  <a:pt x="144441" y="805782"/>
                </a:cubicBezTo>
                <a:cubicBezTo>
                  <a:pt x="179739" y="805509"/>
                  <a:pt x="201559" y="826923"/>
                  <a:pt x="199312" y="863721"/>
                </a:cubicBezTo>
                <a:cubicBezTo>
                  <a:pt x="199627" y="868117"/>
                  <a:pt x="200431" y="873350"/>
                  <a:pt x="202439" y="876751"/>
                </a:cubicBezTo>
                <a:cubicBezTo>
                  <a:pt x="262219" y="960400"/>
                  <a:pt x="322348" y="1042689"/>
                  <a:pt x="382128" y="1126347"/>
                </a:cubicBezTo>
                <a:cubicBezTo>
                  <a:pt x="430189" y="1194031"/>
                  <a:pt x="479586" y="1262064"/>
                  <a:pt x="528145" y="1330619"/>
                </a:cubicBezTo>
                <a:cubicBezTo>
                  <a:pt x="541373" y="1349114"/>
                  <a:pt x="554104" y="1366762"/>
                  <a:pt x="569339" y="1388641"/>
                </a:cubicBezTo>
                <a:cubicBezTo>
                  <a:pt x="520191" y="1417702"/>
                  <a:pt x="471890" y="1446240"/>
                  <a:pt x="421050" y="1476296"/>
                </a:cubicBezTo>
                <a:cubicBezTo>
                  <a:pt x="411711" y="1456648"/>
                  <a:pt x="401369" y="1435301"/>
                  <a:pt x="391533" y="1414807"/>
                </a:cubicBezTo>
                <a:cubicBezTo>
                  <a:pt x="335310" y="1300446"/>
                  <a:pt x="280440" y="1186451"/>
                  <a:pt x="225072" y="1071593"/>
                </a:cubicBezTo>
                <a:cubicBezTo>
                  <a:pt x="198723" y="1017385"/>
                  <a:pt x="173718" y="963518"/>
                  <a:pt x="147361" y="909311"/>
                </a:cubicBezTo>
                <a:cubicBezTo>
                  <a:pt x="144856" y="905065"/>
                  <a:pt x="139648" y="900130"/>
                  <a:pt x="135949" y="897742"/>
                </a:cubicBezTo>
                <a:cubicBezTo>
                  <a:pt x="105652" y="881337"/>
                  <a:pt x="97383" y="851895"/>
                  <a:pt x="115629" y="822817"/>
                </a:cubicBezTo>
                <a:cubicBezTo>
                  <a:pt x="118018" y="819118"/>
                  <a:pt x="118399" y="812019"/>
                  <a:pt x="116392" y="808627"/>
                </a:cubicBezTo>
                <a:cubicBezTo>
                  <a:pt x="96836" y="775577"/>
                  <a:pt x="77620" y="741167"/>
                  <a:pt x="57217" y="708614"/>
                </a:cubicBezTo>
                <a:cubicBezTo>
                  <a:pt x="54713" y="704376"/>
                  <a:pt x="46967" y="700943"/>
                  <a:pt x="42065" y="700404"/>
                </a:cubicBezTo>
                <a:cubicBezTo>
                  <a:pt x="28895" y="701332"/>
                  <a:pt x="15368" y="703605"/>
                  <a:pt x="0" y="704683"/>
                </a:cubicBezTo>
                <a:cubicBezTo>
                  <a:pt x="2728" y="699632"/>
                  <a:pt x="4611" y="695087"/>
                  <a:pt x="7000" y="691388"/>
                </a:cubicBezTo>
                <a:cubicBezTo>
                  <a:pt x="116882" y="504019"/>
                  <a:pt x="227112" y="315298"/>
                  <a:pt x="336994" y="127929"/>
                </a:cubicBezTo>
                <a:cubicBezTo>
                  <a:pt x="349957" y="105395"/>
                  <a:pt x="363434" y="83699"/>
                  <a:pt x="375053" y="60817"/>
                </a:cubicBezTo>
                <a:cubicBezTo>
                  <a:pt x="381025" y="51561"/>
                  <a:pt x="387452" y="48907"/>
                  <a:pt x="397081" y="47787"/>
                </a:cubicBezTo>
                <a:cubicBezTo>
                  <a:pt x="594394" y="35264"/>
                  <a:pt x="790712" y="21040"/>
                  <a:pt x="987520" y="7671"/>
                </a:cubicBezTo>
                <a:cubicBezTo>
                  <a:pt x="1025355" y="5896"/>
                  <a:pt x="1063539" y="2770"/>
                  <a:pt x="1103074" y="0"/>
                </a:cubicBezTo>
                <a:cubicBezTo>
                  <a:pt x="1091298" y="20692"/>
                  <a:pt x="1080209" y="38681"/>
                  <a:pt x="1069966" y="56172"/>
                </a:cubicBezTo>
                <a:close/>
                <a:moveTo>
                  <a:pt x="367315" y="842340"/>
                </a:moveTo>
                <a:cubicBezTo>
                  <a:pt x="370633" y="795764"/>
                  <a:pt x="373619" y="750530"/>
                  <a:pt x="375750" y="705811"/>
                </a:cubicBezTo>
                <a:cubicBezTo>
                  <a:pt x="376820" y="696033"/>
                  <a:pt x="381564" y="694374"/>
                  <a:pt x="388995" y="693404"/>
                </a:cubicBezTo>
                <a:cubicBezTo>
                  <a:pt x="448137" y="687043"/>
                  <a:pt x="506772" y="679835"/>
                  <a:pt x="566254" y="672122"/>
                </a:cubicBezTo>
                <a:cubicBezTo>
                  <a:pt x="621000" y="666068"/>
                  <a:pt x="676584" y="659516"/>
                  <a:pt x="732184" y="652956"/>
                </a:cubicBezTo>
                <a:cubicBezTo>
                  <a:pt x="736580" y="652649"/>
                  <a:pt x="742352" y="646943"/>
                  <a:pt x="745089" y="641900"/>
                </a:cubicBezTo>
                <a:cubicBezTo>
                  <a:pt x="801710" y="550090"/>
                  <a:pt x="857484" y="458786"/>
                  <a:pt x="913607" y="366138"/>
                </a:cubicBezTo>
                <a:cubicBezTo>
                  <a:pt x="918384" y="358740"/>
                  <a:pt x="923153" y="351342"/>
                  <a:pt x="928270" y="342600"/>
                </a:cubicBezTo>
                <a:cubicBezTo>
                  <a:pt x="979450" y="367249"/>
                  <a:pt x="1030132" y="391052"/>
                  <a:pt x="1081312" y="415692"/>
                </a:cubicBezTo>
                <a:cubicBezTo>
                  <a:pt x="1063531" y="451371"/>
                  <a:pt x="1045251" y="486196"/>
                  <a:pt x="1026972" y="521021"/>
                </a:cubicBezTo>
                <a:cubicBezTo>
                  <a:pt x="975013" y="622651"/>
                  <a:pt x="922216" y="724778"/>
                  <a:pt x="870256" y="826408"/>
                </a:cubicBezTo>
                <a:cubicBezTo>
                  <a:pt x="864791" y="836493"/>
                  <a:pt x="859359" y="840856"/>
                  <a:pt x="847880" y="840773"/>
                </a:cubicBezTo>
                <a:cubicBezTo>
                  <a:pt x="691181" y="840756"/>
                  <a:pt x="534141" y="842083"/>
                  <a:pt x="377102" y="843410"/>
                </a:cubicBezTo>
                <a:cubicBezTo>
                  <a:pt x="374398" y="842714"/>
                  <a:pt x="370857" y="842531"/>
                  <a:pt x="367315" y="842340"/>
                </a:cubicBezTo>
                <a:close/>
              </a:path>
            </a:pathLst>
          </a:custGeom>
          <a:solidFill>
            <a:srgbClr val="858976"/>
          </a:solidFill>
        </p:spPr>
      </p:sp>
      <p:sp>
        <p:nvSpPr>
          <p:cNvPr id="218" name="Freeform 7"/>
          <p:cNvSpPr/>
          <p:nvPr/>
        </p:nvSpPr>
        <p:spPr>
          <a:xfrm>
            <a:off x="2313671" y="2126458"/>
            <a:ext cx="2247190" cy="2247190"/>
          </a:xfrm>
          <a:custGeom>
            <a:avLst/>
            <a:gdLst/>
            <a:ahLst/>
            <a:cxnLst/>
            <a:rect l="l" t="t" r="r" b="b"/>
            <a:pathLst>
              <a:path w="2247190" h="2247190">
                <a:moveTo>
                  <a:pt x="1123599" y="2247190"/>
                </a:moveTo>
                <a:cubicBezTo>
                  <a:pt x="504045" y="2247190"/>
                  <a:pt x="0" y="1743156"/>
                  <a:pt x="0" y="1123603"/>
                </a:cubicBezTo>
                <a:cubicBezTo>
                  <a:pt x="0" y="504043"/>
                  <a:pt x="504045" y="0"/>
                  <a:pt x="1123599" y="0"/>
                </a:cubicBezTo>
                <a:cubicBezTo>
                  <a:pt x="1743154" y="0"/>
                  <a:pt x="2247191" y="504043"/>
                  <a:pt x="2247191" y="1123603"/>
                </a:cubicBezTo>
                <a:cubicBezTo>
                  <a:pt x="2247191" y="1743156"/>
                  <a:pt x="1743154" y="2247190"/>
                  <a:pt x="1123599" y="2247190"/>
                </a:cubicBezTo>
                <a:close/>
                <a:moveTo>
                  <a:pt x="1123599" y="54233"/>
                </a:moveTo>
                <a:cubicBezTo>
                  <a:pt x="533967" y="54233"/>
                  <a:pt x="54258" y="533948"/>
                  <a:pt x="54258" y="1123603"/>
                </a:cubicBezTo>
                <a:cubicBezTo>
                  <a:pt x="54258" y="1713250"/>
                  <a:pt x="533967" y="2192973"/>
                  <a:pt x="1123599" y="2192973"/>
                </a:cubicBezTo>
                <a:cubicBezTo>
                  <a:pt x="1713240" y="2192973"/>
                  <a:pt x="2192949" y="1713250"/>
                  <a:pt x="2192949" y="1123603"/>
                </a:cubicBezTo>
                <a:cubicBezTo>
                  <a:pt x="2192949" y="533948"/>
                  <a:pt x="1713240" y="54233"/>
                  <a:pt x="1123599" y="54233"/>
                </a:cubicBezTo>
                <a:close/>
              </a:path>
            </a:pathLst>
          </a:custGeom>
          <a:solidFill>
            <a:srgbClr val="858976"/>
          </a:solidFill>
        </p:spPr>
      </p:sp>
      <p:sp>
        <p:nvSpPr>
          <p:cNvPr id="219" name="TextBox 8"/>
          <p:cNvSpPr txBox="1"/>
          <p:nvPr/>
        </p:nvSpPr>
        <p:spPr>
          <a:xfrm>
            <a:off x="5780887" y="2537927"/>
            <a:ext cx="4640335" cy="857672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ctr" latinLnBrk="1">
              <a:lnSpc>
                <a:spcPct val="116199"/>
              </a:lnSpc>
            </a:pPr>
            <a:r>
              <a:rPr lang="en-US" sz="4000" b="1" dirty="0" err="1">
                <a:solidFill>
                  <a:srgbClr val="858976"/>
                </a:solidFill>
                <a:latin typeface="Microsoft YaHei"/>
                <a:ea typeface="Microsoft YaHei"/>
              </a:rPr>
              <a:t>感谢评委批评指正</a:t>
            </a:r>
            <a:endParaRPr lang="en-US" sz="1100" dirty="0"/>
          </a:p>
        </p:txBody>
      </p:sp>
      <p:grpSp>
        <p:nvGrpSpPr>
          <p:cNvPr id="220" name="Group 9"/>
          <p:cNvGrpSpPr/>
          <p:nvPr/>
        </p:nvGrpSpPr>
        <p:grpSpPr>
          <a:xfrm>
            <a:off x="6051316" y="3482278"/>
            <a:ext cx="4105887" cy="3851"/>
            <a:chOff x="6051316" y="3482278"/>
            <a:chExt cx="4105887" cy="3851"/>
          </a:xfrm>
        </p:grpSpPr>
        <p:sp>
          <p:nvSpPr>
            <p:cNvPr id="221" name="Freeform 220"/>
            <p:cNvSpPr/>
            <p:nvPr/>
          </p:nvSpPr>
          <p:spPr>
            <a:xfrm>
              <a:off x="6051316" y="3486129"/>
              <a:ext cx="1028947" cy="0"/>
            </a:xfrm>
            <a:custGeom>
              <a:avLst/>
              <a:gdLst/>
              <a:ahLst/>
              <a:cxnLst/>
              <a:rect l="l" t="t" r="r" b="b"/>
              <a:pathLst>
                <a:path w="1028947">
                  <a:moveTo>
                    <a:pt x="0" y="0"/>
                  </a:moveTo>
                  <a:lnTo>
                    <a:pt x="1028946" y="0"/>
                  </a:lnTo>
                </a:path>
              </a:pathLst>
            </a:custGeom>
            <a:solidFill>
              <a:srgbClr val="5ABB93"/>
            </a:solidFill>
            <a:ln w="25400">
              <a:solidFill>
                <a:srgbClr val="5ABB93"/>
              </a:solidFill>
              <a:prstDash val="solid"/>
            </a:ln>
          </p:spPr>
        </p:sp>
        <p:sp>
          <p:nvSpPr>
            <p:cNvPr id="222" name="Freeform 221"/>
            <p:cNvSpPr/>
            <p:nvPr/>
          </p:nvSpPr>
          <p:spPr>
            <a:xfrm>
              <a:off x="7076602" y="3484032"/>
              <a:ext cx="1028947" cy="0"/>
            </a:xfrm>
            <a:custGeom>
              <a:avLst/>
              <a:gdLst/>
              <a:ahLst/>
              <a:cxnLst/>
              <a:rect l="l" t="t" r="r" b="b"/>
              <a:pathLst>
                <a:path w="1028947">
                  <a:moveTo>
                    <a:pt x="0" y="0"/>
                  </a:moveTo>
                  <a:lnTo>
                    <a:pt x="1028947" y="0"/>
                  </a:lnTo>
                </a:path>
              </a:pathLst>
            </a:custGeom>
            <a:solidFill>
              <a:srgbClr val="756271"/>
            </a:solidFill>
            <a:ln w="25400">
              <a:solidFill>
                <a:srgbClr val="756271"/>
              </a:solidFill>
              <a:prstDash val="solid"/>
            </a:ln>
          </p:spPr>
        </p:sp>
        <p:sp>
          <p:nvSpPr>
            <p:cNvPr id="223" name="Freeform 222"/>
            <p:cNvSpPr/>
            <p:nvPr/>
          </p:nvSpPr>
          <p:spPr>
            <a:xfrm>
              <a:off x="8102369" y="3482278"/>
              <a:ext cx="1028947" cy="0"/>
            </a:xfrm>
            <a:custGeom>
              <a:avLst/>
              <a:gdLst/>
              <a:ahLst/>
              <a:cxnLst/>
              <a:rect l="l" t="t" r="r" b="b"/>
              <a:pathLst>
                <a:path w="1028947">
                  <a:moveTo>
                    <a:pt x="0" y="0"/>
                  </a:moveTo>
                  <a:lnTo>
                    <a:pt x="1028947" y="0"/>
                  </a:lnTo>
                </a:path>
              </a:pathLst>
            </a:custGeom>
            <a:solidFill>
              <a:srgbClr val="EF5B43"/>
            </a:solidFill>
            <a:ln w="25400">
              <a:solidFill>
                <a:srgbClr val="EF5B43"/>
              </a:solidFill>
              <a:prstDash val="solid"/>
            </a:ln>
          </p:spPr>
        </p:sp>
        <p:sp>
          <p:nvSpPr>
            <p:cNvPr id="224" name="Freeform 223"/>
            <p:cNvSpPr/>
            <p:nvPr/>
          </p:nvSpPr>
          <p:spPr>
            <a:xfrm>
              <a:off x="9128256" y="3483338"/>
              <a:ext cx="1028947" cy="0"/>
            </a:xfrm>
            <a:custGeom>
              <a:avLst/>
              <a:gdLst/>
              <a:ahLst/>
              <a:cxnLst/>
              <a:rect l="l" t="t" r="r" b="b"/>
              <a:pathLst>
                <a:path w="1028947">
                  <a:moveTo>
                    <a:pt x="0" y="0"/>
                  </a:moveTo>
                  <a:lnTo>
                    <a:pt x="1028947" y="0"/>
                  </a:lnTo>
                </a:path>
              </a:pathLst>
            </a:custGeom>
            <a:solidFill>
              <a:srgbClr val="F2B973"/>
            </a:solidFill>
            <a:ln w="25400">
              <a:solidFill>
                <a:srgbClr val="F2B973"/>
              </a:solidFill>
              <a:prstDash val="solid"/>
            </a:ln>
          </p:spPr>
        </p:sp>
      </p:grpSp>
      <p:sp>
        <p:nvSpPr>
          <p:cNvPr id="225" name="TextBox 10"/>
          <p:cNvSpPr txBox="1"/>
          <p:nvPr/>
        </p:nvSpPr>
        <p:spPr>
          <a:xfrm>
            <a:off x="6217537" y="3774325"/>
            <a:ext cx="1187231" cy="38100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 latinLnBrk="1">
              <a:lnSpc>
                <a:spcPct val="116199"/>
              </a:lnSpc>
            </a:pPr>
            <a:r>
              <a:rPr lang="en-US" sz="1400" b="1">
                <a:solidFill>
                  <a:srgbClr val="858976"/>
                </a:solidFill>
                <a:latin typeface="Microsoft YaHei"/>
                <a:ea typeface="Microsoft YaHei"/>
              </a:rPr>
              <a:t>指导教师：</a:t>
            </a:r>
            <a:endParaRPr lang="en-US" sz="1100"/>
          </a:p>
        </p:txBody>
      </p:sp>
      <p:sp>
        <p:nvSpPr>
          <p:cNvPr id="226" name="TextBox 11"/>
          <p:cNvSpPr txBox="1"/>
          <p:nvPr/>
        </p:nvSpPr>
        <p:spPr>
          <a:xfrm>
            <a:off x="7211888" y="3814972"/>
            <a:ext cx="1270000" cy="267189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 latinLnBrk="1">
              <a:lnSpc>
                <a:spcPct val="116199"/>
              </a:lnSpc>
            </a:pPr>
            <a:r>
              <a:rPr lang="zh-CN" altLang="en-US" sz="1600" dirty="0">
                <a:solidFill>
                  <a:srgbClr val="858976"/>
                </a:solidFill>
                <a:latin typeface="Microsoft YaHei"/>
                <a:ea typeface="Microsoft YaHei"/>
              </a:rPr>
              <a:t>丁熠</a:t>
            </a:r>
            <a:endParaRPr lang="en-US" sz="1100" dirty="0"/>
          </a:p>
        </p:txBody>
      </p:sp>
      <p:sp>
        <p:nvSpPr>
          <p:cNvPr id="227" name="TextBox 12"/>
          <p:cNvSpPr txBox="1"/>
          <p:nvPr/>
        </p:nvSpPr>
        <p:spPr>
          <a:xfrm>
            <a:off x="8264041" y="3777388"/>
            <a:ext cx="1187231" cy="38100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 latinLnBrk="1">
              <a:lnSpc>
                <a:spcPct val="116199"/>
              </a:lnSpc>
            </a:pPr>
            <a:r>
              <a:rPr lang="en-US" sz="1400" b="1">
                <a:solidFill>
                  <a:srgbClr val="858976"/>
                </a:solidFill>
                <a:latin typeface="Microsoft YaHei"/>
                <a:ea typeface="Microsoft YaHei"/>
              </a:rPr>
              <a:t>答辩人：</a:t>
            </a:r>
            <a:endParaRPr lang="en-US" sz="1100"/>
          </a:p>
        </p:txBody>
      </p:sp>
      <p:sp>
        <p:nvSpPr>
          <p:cNvPr id="228" name="TextBox 13"/>
          <p:cNvSpPr txBox="1"/>
          <p:nvPr/>
        </p:nvSpPr>
        <p:spPr>
          <a:xfrm>
            <a:off x="9089310" y="3820047"/>
            <a:ext cx="897662" cy="267189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 latinLnBrk="1">
              <a:lnSpc>
                <a:spcPct val="116199"/>
              </a:lnSpc>
            </a:pPr>
            <a:r>
              <a:rPr lang="zh-CN" altLang="en-US" sz="1600" dirty="0">
                <a:solidFill>
                  <a:srgbClr val="858976"/>
                </a:solidFill>
                <a:latin typeface="Microsoft YaHei"/>
                <a:ea typeface="Microsoft YaHei"/>
              </a:rPr>
              <a:t>熊静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" grpId="0" animBg="1"/>
      <p:bldP spid="213" grpId="0" animBg="1"/>
      <p:bldP spid="214" grpId="0" animBg="1"/>
      <p:bldP spid="215" grpId="0" animBg="1"/>
      <p:bldP spid="216" grpId="0" animBg="1"/>
      <p:bldP spid="217" grpId="0" animBg="1"/>
      <p:bldP spid="218" grpId="0" animBg="1"/>
      <p:bldP spid="219" grpId="0" animBg="1"/>
      <p:bldP spid="220" grpId="0" animBg="1"/>
      <p:bldP spid="225" grpId="0" animBg="1"/>
      <p:bldP spid="226" grpId="0" animBg="1"/>
      <p:bldP spid="227" grpId="0" animBg="1"/>
      <p:bldP spid="22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287</Words>
  <Application>Microsoft Office PowerPoint</Application>
  <PresentationFormat>自定义</PresentationFormat>
  <Paragraphs>97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8" baseType="lpstr">
      <vt:lpstr>Microsoft YaHei</vt:lpstr>
      <vt:lpstr>Arial</vt:lpstr>
      <vt:lpstr>Arial Black</vt:lpstr>
      <vt:lpstr>Bahnschrift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yang zimu</cp:lastModifiedBy>
  <cp:revision>13</cp:revision>
  <dcterms:created xsi:type="dcterms:W3CDTF">2006-08-16T00:00:00Z</dcterms:created>
  <dcterms:modified xsi:type="dcterms:W3CDTF">2020-05-29T03:13:15Z</dcterms:modified>
</cp:coreProperties>
</file>